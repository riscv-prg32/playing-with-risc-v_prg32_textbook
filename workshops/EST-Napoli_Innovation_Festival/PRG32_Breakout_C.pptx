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e6bd59e-ca57-7a30-f970-93b422095ba5}">
          <p14:sldIdLst>
            <p14:sldId id="256"/>
            <p14:sldId id="257"/>
            <p14:sldId id="258"/>
            <p14:sldId id="259"/>
          </p14:sldIdLst>
        </p14:section>
        <p14:section name="L'idea" id="{415e6fb5-8836-7b98-ef2e-c949c7b5983d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La piattaforma PRG32" id="{800817cb-4376-2cfd-8350-ac75cd1b39f5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Il ciclo init, update, draw" id="{da5a4bad-3f9d-0daf-0ec8-c37c8d39f50c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Breakout in C" id="{98e890e2-e442-31c7-734e-41dd7a3e35f1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  <p14:section name="Sfide finali" id="{52dd498d-4e7c-00e3-e353-ec496c078a7a}">
          <p14:sldIdLst>
            <p14:sldId id="309"/>
            <p14:sldId id="310"/>
            <p14:sldId id="311"/>
            <p14:sldId id="312"/>
          </p14:sldIdLst>
        </p14:section>
        <p14:section name="Closing" id="{6ea30b40-e9a2-185d-bf75-160073ea1e70}">
          <p14:sldIdLst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Versione C del laboratorio. Postazioni: repository PRG32 con ESP-IDF attivo, variabile PRG32_HOME impostata, cartella del laboratorio copiata. Ogni passo è un file completo in c/ e si avvia con ./prova.sh c N. Le schermate nelle slide sono state ottenute eseguendo davvero ogni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90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Ordini di grandezza citati nel libro (fonti: HiPEAC 2026, EuroHPC JU). La parola chiave è sovranità tecnologica.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L'apertura riguarda la specifica dell'ISA. I singoli chip possono essere aperti o proprietari. RISC-V nasce a Berkeley, in California.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Esecuzione nativa. In PRG32-QT, invece, un interprete esegue le stesse istruzioni una per 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Tutto il gioco è la regola che trasforma lo stato di questo fotogramma in quello del successivo.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L'errore più comune: pensare che y cresca verso l'alto come nei grafici di matematica.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Giallo = rosso + verde = 0xFFE0. Bianco = tutti i bit a 1 = 0xFFFF. Ciano = verde + blu = 0x07FF.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console restituisce un solo numero con tutti i pulsanti. DESTRA + A premuti insieme danno 2 + 16 = 18. Per sapere se un pulsante è premuto si isola il suo bit con 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y cresce verso il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compilatore traduce ogni riga in poche istruzioni RISC-V. La versione assembly dello stesso gioco è nella cartella asm/.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 non nasconde la macchina: la descrive in modo più comodo.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workshops/EST-Napoli_Innovation_Festival/c/passo1_scheletro.c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workshops/EST-Napoli_Innovation_Festival/c/expected/passo1_scheletro.png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workshops/EST-Napoli_Innovation_Festival/c/passo2_racchetta.c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workshops/EST-Napoli_Innovation_Festival/c/passo2_racchetta.c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workshops/EST-Napoli_Innovation_Festival/c/expected/passo2_racchetta.png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workshops/EST-Napoli_Innovation_Festival/c/passo3_input.c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workshops/EST-Napoli_Innovation_Festival/c/expected/passo3_input.png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Resta solo il bit di A: 16, diverso da zero, quindi "vero".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workshops/EST-Napoli_Innovation_Festival/c/passo4_pallina.c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workshops/EST-Napoli_Innovation_Festival/c/expected/passo4_pallina.png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workshops/EST-Napoli_Innovation_Festival/c/passo5_rimbalzo.c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workshops/EST-Napoli_Innovation_Festival/c/expected/passo5_rimbalzo.png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workshops/EST-Napoli_Innovation_Festival/c/passo6_mattoncini.c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workshops/EST-Napoli_Innovation_Festival/c/passo6_mattoncini.c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workshops/EST-Napoli_Innovation_Festival/c/expected/passo6_mattoncini.png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workshops/EST-Napoli_Innovation_Festival/c/passo7_punti.c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workshops/EST-Napoli_Innovation_Festival/c/expected/passo7_punti.png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workshops/EST-Napoli_Innovation_Festival/c/passo8_vittoria.c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workshops/EST-Napoli_Innovation_Festival/c/expected/passo8_vittoria.png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PRG32 - Breakout in C  |  EST Napoli Innovation Festival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- NAPOLI INNOVATION FESTIVAL  |  22 OTTOBRE 2026  |  LABORATORIO  |  90 MINUTI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PRG32: videogiochi retrò per imparare il processore europeo RISC-V</a:t>
            </a:r>
            <a:endParaRPr lang="en-US" sz="4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Costruiamo Breakout in linguaggio C, un passo alla volta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chi: studenti delle scuole e cittadini curiosi; nessuna esperienza richiesta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"Parthenope" - Prof. Raffaele Montella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impareremo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perché RISC-V è un processore "di tutti"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 gioco come init, update, draw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Leggere variabili, if, for e funzioni in C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Muovere, far rimbalzare e far scontrare oggetti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Modificare un gioco vero e vederne subito l'effetto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699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781353" y="1737360"/>
            <a:ext cx="1803349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81353" y="1737360"/>
            <a:ext cx="180334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118699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042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863135" y="1737360"/>
            <a:ext cx="5501488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63135" y="1737360"/>
            <a:ext cx="5501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L'idea: perché un videogioco, perché RISC-V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piattaforma PRG32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init, update, draw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Breakout, un passo alla volta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Sfide finali e come continuare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Oggi costruiamo un videogioco. Dentro c'è un processore progettato per essere di tutti.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Novanta minuti, un gioco vero, e alla fine saprete cosa succede davvero dentro un computer.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L'idea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un videogioco, perché RISC-V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computer fa solo tre cose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 con dei numeri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 numeri da e verso la memoria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quale istruzione eseguire dopo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il resto, dai social ai videogiochi, è fatto di questi tre mattoni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proprio un videogioco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vede subito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 un numero e la racchetta si sposta: causa ed effetto nello stesso istante.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onesto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sbagli, la pallina attraversa il muro. Non serve un voto per saperlo.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piccolo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retrò sta tutto nella testa di una persona. E in 3 KiB di memoria.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completo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Stato, ingresso, calcoli, decisioni, un ciclo: c'è tutta l'informatica di base.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cos'è un processore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il componente che esegue le istruzioni, una alla volta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famiglia di processori capisce un proprio elenco di istruzioni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Quell'elenco si chiama ISA: Instruction Set Architecture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il contratto tra chi scrive il software e chi costruisce l'hardware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possiede le istruzioni?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Architetture proprietarie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L'elenco delle istruzioni appartiene a un'azienda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costruire un processore serve una licenza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decisioni si prendono altrove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Hanno dominato PC e telefoni per decenni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standard aperto, nato all'università di Berkeley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Chiunque può progettare un processore, senza pagare l'architettura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Governato come uno standard condiviso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pronuncia "risc-five"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l'Europa ci punta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7006999"/>
                <a:gridCol w="40874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Mercato mondiale dei semiconduttori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circa 700 miliardi di dollari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 attuale dell'Europa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circa un decimo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Obiettivo dello European Chips Act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quinto entro il 2030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Progetto DARE (EuroHPC): processori europei su RISC-V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circa 240 milioni di euro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istruzioni che useremo oggi sono le stesse con cui l'Europa sta costruendo i suoi processori.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è un dialetto per la scuola: addi, lw, sw, beqz sono RISC-V vero.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rende RISC-V "aperto"?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suoi processori sono gratis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L'elenco delle istruzioni è uno standard che chiunque può usare senza licenza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 solo con software libero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stato inventato in Europa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piattaforma PRG32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console retrò con dentro un processore RISC-V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 in quattro righe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cos'è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piattaforma didattica open source: una piccola console per giochi scritti in assembly, in C o con i blocchi.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ESP32-C6: RISC-V a 32 bit, 160 MHz, 512 KB di RAM. Costa pochi euro.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codice gira davvero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programma è codice macchina RISC-V eseguito dal processore, non una simulazione.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la sviluppa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"Parthenope". Licenza MIT: potete leggerla, copiarla, migliorarla.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c'è sul tavolo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75909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Caratteristiche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Scheda ESP32-C6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 RISC-V RV32IMAC, Wi-Fi, USB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ILI9341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x 240 pixel a colori; il gioco ne usa 320 x 200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e pulsanti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Quattro direzioni, A, B, Start/Select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Amplificatore digitale I2S, 8 voci a 22.050 Hz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per il gioco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KiB: il nostro Breakout ne usa circa 3,5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modi per far girare lo stesso gioco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PRG32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vero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1513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99178" y="192024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08906" y="210312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08906" y="283464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emulata sul PC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65669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49717" y="192024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9445" y="210312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359445" y="2834640"/>
            <a:ext cx="3173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per PC, tablet, telefono, TV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lo stesso file .prg32 in tutti e tre i casi. Oggi usiamo quello che c'è sulla vostra postazione.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L'ecosistema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della console e gli strumenti per costruire le cartucce.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catalogo di giochi, con classifiche e multiplayer. Ogni gioco passa da un editor prima di essere pubblico.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Kit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programma con i blocchi nel browser; il Kit mostra il C che ne risulta.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 girare le cartucce ovunque e ha un debugger: si può fermare il processore tra due istruzioni.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cartuccia: un file piccolissimo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è un file che finisce in .prg32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Dentro: un'intestazione di 100 byte e il codice macchina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sulla console via Wi-Fi, senza riprogrammarla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console ha quattro "slot" per le cartucce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chiama la console attraverso una tabella di 139 funzioni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~3,5 KiB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il nostro Breakout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una cartuccia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398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PRG2</a:t>
            </a:r>
            <a:endParaRPr lang="en-US" sz="1598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</a:t>
            </a:r>
            <a:endParaRPr lang="en-US" sz="1398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firma: "sono una cartuccia PRG32"</a:t>
            </a:r>
            <a:endParaRPr lang="en-US" sz="1598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5681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1398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56816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versione ABI</a:t>
            </a:r>
            <a:endParaRPr lang="en-US" sz="1598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5681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</a:t>
            </a:r>
            <a:endParaRPr lang="en-US" sz="1398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195681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quale tabella di funzioni si aspetta</a:t>
            </a:r>
            <a:endParaRPr lang="en-US" sz="1598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45059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398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450592"/>
            <a:ext cx="3291840" cy="429768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dimensioni, indirizzo</a:t>
            </a:r>
            <a:endParaRPr lang="en-US" sz="1598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45059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byte</a:t>
            </a:r>
            <a:endParaRPr lang="en-US" sz="1398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5059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caricare il codice e quanto è grande</a:t>
            </a:r>
            <a:endParaRPr lang="en-US" sz="1598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44368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+24</a:t>
            </a:r>
            <a:endParaRPr lang="en-US" sz="1398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2944368"/>
            <a:ext cx="3291840" cy="429768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/ update / draw</a:t>
            </a:r>
            <a:endParaRPr lang="en-US" sz="1598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944368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byte</a:t>
            </a:r>
            <a:endParaRPr lang="en-US" sz="1398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944368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iniziano le tre funzioni del gioco</a:t>
            </a:r>
            <a:endParaRPr lang="en-US" sz="1598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38144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+36</a:t>
            </a:r>
            <a:endParaRPr lang="en-US" sz="1398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438144"/>
            <a:ext cx="3291840" cy="429768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CRC32</a:t>
            </a:r>
            <a:endParaRPr lang="en-US" sz="1598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438144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</a:t>
            </a:r>
            <a:endParaRPr lang="en-US" sz="1398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438144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controllo: il file è arrivato intatto?</a:t>
            </a:r>
            <a:endParaRPr lang="en-US" sz="1598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93192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+40</a:t>
            </a:r>
            <a:endParaRPr lang="en-US" sz="1398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3931920"/>
            <a:ext cx="3291840" cy="429768"/>
          </a:xfrm>
          <a:prstGeom prst="rect">
            <a:avLst/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598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393192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byte</a:t>
            </a:r>
            <a:endParaRPr lang="en-US" sz="1398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93192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quello che si legge nel menu</a:t>
            </a:r>
            <a:endParaRPr lang="en-US" sz="1598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42569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+72</a:t>
            </a:r>
            <a:endParaRPr lang="en-US" sz="1398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425696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ABI, funzioni richieste</a:t>
            </a:r>
            <a:endParaRPr lang="en-US" sz="1398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442569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byte</a:t>
            </a:r>
            <a:endParaRPr lang="en-US" sz="1398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442569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console rifiuta ciò che non può eseguire</a:t>
            </a:r>
            <a:endParaRPr lang="en-US" sz="1598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91947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398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4919472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codice e dati del gioco</a:t>
            </a:r>
            <a:endParaRPr lang="en-US" sz="1598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491947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~3,4 KiB</a:t>
            </a:r>
            <a:endParaRPr lang="en-US" sz="1398" dirty="0"/>
          </a:p>
        </p:txBody>
      </p:sp>
      <p:sp>
        <p:nvSpPr>
          <p:cNvPr id="34" name="Text 32"/>
          <p:cNvSpPr txBox="1"/>
          <p:nvPr/>
        </p:nvSpPr>
        <p:spPr>
          <a:xfrm>
            <a:off x="6126480" y="491947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RISC-V che scriviamo oggi</a:t>
            </a:r>
            <a:endParaRPr lang="en-US" sz="1598" dirty="0"/>
          </a:p>
        </p:txBody>
      </p:sp>
      <p:sp>
        <p:nvSpPr>
          <p:cNvPr id="35" name="Shape 33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Intestazione: 100 byte. Prima di eseguire, la console controlla firma, CRC e compatibilità: una cartuccia incompatibile viene rifiutata, non eseguita.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"gira" il gioco quando usiamo la scheda PRG32?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un server in Internet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processore RISC-V della scheda, come codice macchina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un programma Python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Nello schermo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init, update, draw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giochi PRG32 hanno la stessa forma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è un ciclo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 sola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 i pulsanti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vuole il giocatore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i numeri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 i numeri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init, la console chiama update e draw circa 30 volte al secondo. Ogni giro è un fotogramma. Come un cartone animato: tante immagini, una dopo l'altra.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compiti, mai mescolati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update: cambia lo stato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 i pulsanti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 racchetta e pallina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 gli urti, conta i punti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disegna nulla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draw: mostra lo stato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 lo schermo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 ogni oggetto dove dicono i numeri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cambia le regole del gioco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ricorda il fotogramma prima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stato: i numeri che il gioco ricorda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paddle_x: dove si trova la racchetta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ball_x, ball_y: dove si trova la pallina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ball_dx, ball_dy: di quanto si sposta a ogni fotogramma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bricks: quali mattoncini ci sono ancora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score: quanti ne abbiamo distrutti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schermo è una griglia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F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(0,0)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35808" y="5449824"/>
            <a:ext cx="877824" cy="109728"/>
          </a:xfrm>
          <a:prstGeom prst="rect">
            <a:avLst/>
          </a:prstGeom>
          <a:solidFill>
            <a:srgbClr val="00FCF8"/>
          </a:solidFill>
          <a:ln w="12700">
            <a:solidFill>
              <a:srgbClr val="00FC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35808" y="51572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F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x=136 y=188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19856" y="4206240"/>
            <a:ext cx="109728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8304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(319,199)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pixel in orizzontale: la x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69290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in verticale: la y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3922776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L'origine è in alto a sinistra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515264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y cresce verso il BASSO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colore in 16 bit: RGB565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 di rosso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bit più a sinistra. Rosso pieno: 0xF800.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bit di verde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L'occhio è più sensibile al verde. Verde pieno: 0x07E0.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6304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4592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 di blu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423160"/>
            <a:ext cx="296661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bit più a destra. Blu pieno: 0x001F.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pulsanti sono bit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binario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SINISTRA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DESTRA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0000 0100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0000 1000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0001 0000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0010 0000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pallina è a y = 50. Aggiungiamo 10 a y. La pallina...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scende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a destra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 ferma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lavoriamo: linguaggio 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 file, uno per passo: ogni file è un gioco completo che funziona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passo: leggiamo il codice nuovo, lo compiliamo, lo proviamo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cambiamo UNA cosa e guardiamo che succede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comando: ./prova.sh c NUMERO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Breakout in C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 passi, dallo schermo nero al gioco completo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parole del C che ci servono</a:t>
            </a:r>
            <a:endParaRPr lang="en-US" sz="3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significa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static int paddle_x = 136;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variabile intera che vive per tutta la partita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paddle_x += 4;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aggiungi 4 a paddle_x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(condizione) { ... }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 il blocco solo se la condizione è vera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 &amp; PRG32_BTN_LEFT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bit a bit: isola il bit del pulsante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 (int i = 0; i &lt; 16; i++)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ripeti 16 volte, con i da 0 a 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bricks[i]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l'elemento numero i di un array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PADDLE_W 48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nome per un numero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fa il compilatore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 scrivete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 -= 4;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(input &amp; PRG32_BTN_LEFT)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prg32_gfx_rect(x, y, w, h, c);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esegue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lw, addi -4, sw: carica, calcola, memorizza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+ beqz: isola il bit, salta se è zero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registri a0..a4, poi call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1: lo scheletro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init: chiamata UNA volta, quando la cartuccia parte.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breakout_c_init(void)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update: chiamata a OGNI fotogramma. Cambia lo stato, non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disegna.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breakout_c_update(void)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draw: chiamata a OGNI fotogramma. Disegna lo stato, non lo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cambia.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breakout_c_draw(void)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prg32_gfx_clear(PRG32_COLOR_BLACK);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prima si cancella, poi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 disegna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re funzioni con il prefisso breakout_c. init e update sono vuote; draw cancella lo scherm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funzioni con il prefisso breakout_c. init e update sono vuote; draw cancella lo schermo.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 c/passo1_scheletro.c e trova le tre funzioni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c 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PRG32_COLOR_BLACK in PRG32_COLOR_BLUE e riprova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Rimetti il nero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  |  circa 4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Uno schermo nero; poi blu. Il gioco non fa ancora nulla, ma la console sta già chiamando le nostre tre funzion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schermo nero; poi blu. Il gioco non fa ancora nulla, ma la console sta già chiamando le nostre tre funzioni.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2: la racchetta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--- Racchetta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PADDLE_W 48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PADDLE_H 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PADDLE_Y 188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--- Lo stato del gioco: variabili che vivono tra un fotogramma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 l'altro -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paddle_x = 136;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init: chiamata UNA volta, quando la cartuccia parte. */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re costanti con un nome e una variabile di stato. static: resta in vita tra un fotogramma e l'altr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costanti con un nome e una variabile di stato. static: resta in vita tra un fotogramma e l'altro.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2: disegnarla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draw: chiamata a OGNI fotogramma. Disegna lo stato, non lo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cambia.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breakout_c_draw(void)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prg32_gfx_clear(PRG32_COLOR_BLACK);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prima si cancella, poi si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disegna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racchetta: prg32_gfx_rect(x, y, larghezza, altezza, colore)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prg32_gfx_rect(paddle_x, PADDLE_Y, PADDLE_W, PADDLE_H,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PRG32_COLOR_CYAN);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si cancella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un rettangolo: x, y, larghezza, altezza, colore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x è la variabile di stato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c 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il valore iniziale di paddle_x in 0, poi in 272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PADDLE_W in 96: che succede con x = 272?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  |  circa 4 min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4" name="Image 0" descr="Una racchetta ciano in basso. Con x = 272 e larghezza 96 esce dallo schermo: nessuno glielo impedisce, per or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racchetta ciano in basso. Con x = 272 e larghezza 96 esce dallo schermo: nessuno glielo impedisce, per ora.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3: i pulsanti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racchetta: leggi i pulsanti, muovi, resta nello schermo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PRG32_BTN_LEFT)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-= PADDLE_SPEED;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PRG32_BTN_RIGHT)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+= PADDLE_SPEED;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&lt; 0)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= 0;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&gt; PRG32_GAME_W - PADDLE_W)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= PRG32_GAME_W - PADDLE_W;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Una chiamata legge tutti i pulsanti. &amp; isola un bit. Due if tengono la racchetta tra 0 e 320 - 48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chiamata legge tutti i pulsanti. &amp; isola un bit. Due if tengono la racchetta tra 0 e 320 - 48.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c 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Tieni premuto DESTRA finché la racchetta si ferma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PADDLE_SPEED da 4 a 12 e riprova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 l'if con paddle_x &lt; 0: e ora?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  |  circa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La racchetta segue i tasti e si ferma al bordo (schermata: DESTRA tenuto per 40 fotogrammi). Senza il controllo esce a sinistr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racchetta segue i tasti e si ferma al bordo (schermata: DESTRA tenuto per 40 fotogrammi). Senza il controllo esce a sinistra.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vale 18 (binario 0001 0010). Quanto vale input &amp; PRG32_BTN_A (cioè &amp; 16)?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4: la pallina si muove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pallina: posizione = posizione + velocita' */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ball_x += ball_dx;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ball_y += ball_dy;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(ball_x &lt; 0) {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muro sinistro */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ball_x = 0;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ball_dx = -ball_dx;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(ball_x &gt; PRG32_GAME_W - BALL_SIZE) {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muro destro */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ball_x = PRG32_GAME_W - BALL_SIZE;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ball_dx = -ball_dx;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(ball_y &lt; 0) {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soffitto */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ball_y = 0;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 = -ball_dy;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(ball_y &gt;= PRG32_GAME_H) {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persa: si ricomincia dal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centro */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reset_ball();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Posizione più velocità. A ogni muro: rimetti la pallina sul bordo e cambia segno alla velocità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Posizione più velocità. A ogni muro: rimetti la pallina sul bordo e cambia segno alla velocità.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c 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dove rimbalza e dove no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reset_ball cambia la velocità: ball_dx = 3, ball_dy = -1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ball_dx = 0: che traiettoria fa?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4  |  circa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La pallina rimbalza su tre lati, attraversa la racchetta e ricomincia dal centr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pallina rimbalza su tre lati, attraversa la racchetta e ricomincia dal centro.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5: l'urto con la racchetta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la pallina tocca la racchetta? Rimbalza solo se sta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scendendo.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(ball_dy &gt; 0 &amp;&amp;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prg32_sprite_hitbox(ball_x, ball_y, BALL_SIZE, BALL_SIZE,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paddle_x, PADDLE_Y, PADDLE_W,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PADDLE_H))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 = -ball_dy;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prg32_sprite_hitbox dice se due rettangoli si toccano. &amp;&amp; : entrambe le condizioni devono essere ve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prg32_sprite_hitbox dice se due rettangoli si toccano. &amp;&amp; : entrambe le condizioni devono essere vere.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"solo se sta scendendo"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pallina può restare sovrapposta alla racchetta per più fotogrammi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invertissimo la velocità ogni volta, tremerebbe sul posto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ball_dy &gt; 0 significa: sta scendendo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urto, un rimbalzo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c 5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Tieni viva la pallina per cinque rimbalzi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 "ball_dy &gt; 0 &amp;&amp;" e colpisci la pallina di lato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Rimetti la condizione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5  |  circa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Ora si gioca: la racchetta rimanda la pallina verso l'al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si gioca: la racchetta rimanda la pallina verso l'alto.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6: sedici mattoncini, un array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Dove si trova il mattoncino numero i?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brick_x(int i) { return 2 + (i % BRICK_COLS) *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BRICK_PITCH_X;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brick_y(int i) { return BRICK_TOP + (i / BRICK_COLS) *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BRICK_PITCH_Y; 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Due piccole funzioni trasformano l'indice in coordinate: % è il resto della divisione, / la divisione inter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piccole funzioni trasformano l'indice in coordinate: % è il resto della divisione, / la divisione intera.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6: disegnarli con un ciclo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prg32_gfx_clear(PRG32_COLOR_BLACK);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prima si cancella, poi si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disegna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BRICK_COUNT; i++)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(bricks[i])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uint16_t color = (i &lt; BRICK_COLS) ? PRG32_COLOR_RED 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PRG32_COLOR_YELLOW;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prg32_gfx_rect(brick_x(i), brick_y(i), BRICK_W, BRICK_H,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color);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 mattoncini presenti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prima riga è rossa, la seconda gialla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coordinate vengono da brick_x e brick_y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indice, due coordinate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mattoncini in un array: bricks[0] ... bricks[15]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colonna = i % 8: il resto della divisione per 8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riga = i / 8: la divisione intera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2 + colonna x 40, y = 24 + riga x 14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mattoncino 13 è in riga 1, colonna 5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/ 8 = 1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13 % 8 = 5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c 6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PRG32_COLOR_YELLOW con PRG32_COLOR_CYAN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BRICK_PITCH_Y in 20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pallina li attraversa: perché?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6  |  circa 4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Due righe di mattoncini, rossa e gialla. Sono solo disegnati: manca ancora la regola dell'ur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righe di mattoncini, rossa e gialla. Sono solo disegnati: manca ancora la regola dell'urto.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7: colpire i mattoncini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la pallina tocca un mattoncino?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BRICK_COUNT; i++)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(bricks[i] &amp;&amp;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prg32_sprite_hitbox(ball_x, ball_y, BALL_SIZE,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BALL_SIZE,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brick_x(i), brick_y(i), BRICK_W,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BRICK_H))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bricks[i] = 0;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il mattoncino sparisce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ball_dy = -ball_dy;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la pallina torna indietro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score += 1;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prg32_audio_note(0, 0, 76, 255, 40);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Mi acuto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al massimo uno per fotogramma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Lo stesso ciclo con l'urto: il mattoncino sparisce, la pallina torna indietro, un punto, una nota. break esce dal cic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ciclo con l'urto: il mattoncino sparisce, la pallina torna indietro, un punto, una nota. break esce dal ciclo.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7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c 7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Distruggi quattro mattoncini e guarda la barra verde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la nota 76 in 84: più acuta o più grave?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score * 8 in score * 16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7  |  circa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I mattoncini spariscono, la barra verde cresce di 8 pixel per punto, ogni urto suon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mattoncini spariscono, la barra verde cresce di 8 pixel per punto, ogni urto suona.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8: vittoria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vittoria: tutti i mattoncini distrutti -&gt; nuova partita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(score &gt;= BRICK_COUNT)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breakout_c_init();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Quando score arriva a 16 richiamiamo init: mattoncini, pallina e punteggio tornano come all'inizi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score arriva a 16 richiamiamo init: mattoncini, pallina e punteggio tornano come all'inizio.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passo 8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./prova.sh c 8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vincere in fretta cambia la condizione in score &gt;= 3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Rimetti BRICK_COUNT e gioca una partita vera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Quante righe ha il file? E la versione assembly?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8  |  circa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Il gioco completo: 137 righe di C contro 307 di assembly, e una cartuccia di circa 3,3 KiB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completo: 137 righe di C contro 307 di assembly, e una cartuccia di circa 3,3 KiB.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Sfide finali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Adesso il gioco è vostro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Scegline una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difficile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Racchetta più stretta, pallina più veloce. Attenzione: la larghezza compare in più punti.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colorato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i colori usando RGB565: prova 0xF81F e 0xFD20.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vite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variabile lives: si perde una vita quando la pallina cade. A zero si ricomincia.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mattoncini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terza riga: cambia BRICK_COUNT e controlla dove si usa il numero 16.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abbiamo imparato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è stato + regole + disegno, ripetuti a ogni fotogramma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schermo è una griglia, i colori e i pulsanti sono bit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urto è un confronto tra rettangoli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 descrive le stesse operazioni in modo leggibile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che lo esegue è aperto: RISC-V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stesso gioco, a tre altezze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Blocchi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(input &amp; PRG32_BTN_LEFT)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t3, a0, 1 / beqz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macchina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bit per istruzione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 cartella del laboratorio ci sono tutte e tre le versioni, passo per passo. Sono lo stesso gioco: provate a confrontarle.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adesso?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continuare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 e modifica: tutti i passi sono nella cartella del laboratorio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le altre due versioni dello stesso gioco: assembly, C, blocchi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 il tuo gioco sul Cartridge Store (con un docente come editor)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Costruisci la tua PRG32: una scheda ESP32-C6, uno schermo, un joystick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trovare tutto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PRG32: github.com/riscv-prg32/PRG32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Store: store.prg32.uniparthenope.it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Kit e PRG32-QT: github.com/riscv-prg32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Libro: Playing with RISC-V (github.com/riscv-prg32/Playing-with-RISC-V_PRG32_textbook)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"Parthenope"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PRG32: videogiochi retrò per imparare il processore europeo RISC-V - lab</dc:title>
  <dc:subject>PRG32 - Breakout in C  |  EST Napoli Innovation Festival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