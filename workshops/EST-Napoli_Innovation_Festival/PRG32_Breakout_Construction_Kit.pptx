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56d7448-fda0-f6c6-23ae-a3050283dc61}">
          <p14:sldIdLst>
            <p14:sldId id="256"/>
            <p14:sldId id="257"/>
            <p14:sldId id="258"/>
            <p14:sldId id="259"/>
          </p14:sldIdLst>
        </p14:section>
        <p14:section name="L'idea" id="{d79f907d-069d-9af9-4a84-c803068ff6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a piattaforma PRG32" id="{2fb32db4-7b51-9f39-3aac-ba56ff6bcb00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Il ciclo init, update, draw" id="{2ff8e378-f519-862b-779c-d4a4d4e1d8b1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Breakout con i blocchi" id="{5d4c6764-7044-bd32-814d-bcdf21b9ee34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Sotto i blocchi" id="{dcfaf6c1-e8ac-e422-190d-ceeac88126f3}">
          <p14:sldIdLst>
            <p14:sldId id="306"/>
            <p14:sldId id="307"/>
            <p14:sldId id="308"/>
            <p14:sldId id="309"/>
          </p14:sldIdLst>
        </p14:section>
        <p14:section name="Sfide finali" id="{9a7d3796-7142-446a-418f-d203f4962396}">
          <p14:sldIdLst>
            <p14:sldId id="310"/>
            <p14:sldId id="311"/>
            <p14:sldId id="312"/>
            <p14:sldId id="313"/>
          </p14:sldIdLst>
        </p14:section>
        <p14:section name="Closing" id="{d0a4cd81-a816-859a-8b91-b2438fb4a4d3}">
          <p14:sldIdLst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Versione CONSTRUCTION KIT del laboratorio: serve solo un browser. Il Kit deve essere avviato su un computer raggiungibile dalle postazioni (python app.py, porta 5090). I progetti di ogni passo sono in kit/passoN.blocks.json e si caricano con Import JSON. Le schermate nelle slide sono state ottenute compilando ed eseguendo il C che il Kit genera per ogni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90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Ordini di grandezza citati nel libro (fonti: HiPEAC 2026, EuroHPC JU). La parola chiave è sovranità tecnologica.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L'apertura riguarda la specifica dell'ISA. I singoli chip possono essere aperti o proprietari. RISC-V nasce a Berkeley, in California.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Esecuzione nativa. In PRG32-QT, invece, un interprete esegue le stesse istruzioni una per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il gioco è la regola che trasforma lo stato di questo fotogramma in quello del successivo.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L'errore più comune: pensare che y cresca verso l'alto come nei grafici di matematica.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Giallo = rosso + verde = 0xFFE0. Bianco = tutti i bit a 1 = 0xFFFF. Ciano = verde + blu = 0x07FF.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console restituisce un solo numero con tutti i pulsanti. DESTRA + A premuti insieme danno 2 + 16 = 18. Per sapere se un pulsante è premuto si isola il suo bit con 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y cresce verso il basso.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100, 96, 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disegno i muri sono mostrati dentro lo schermo per farli vedere: in realtà stanno a x = -10, x = 320, y = -10 e y = 200.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workshops/EST-Napoli_Innovation_Festival/kit/expected/passo4.png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workshops/EST-Napoli_Innovation_Festival/kit/expected/passo5.png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workshops/EST-Napoli_Innovation_Festival/kit/expected/passo6.png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workshops/EST-Napoli_Innovation_Festival/kit/expected/passo7.png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workshops/EST-Napoli_Innovation_Festival/kit/expected/passo8.png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workshops/EST-Napoli_Innovation_Festival/kit/passo8.c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Cartridge produce file .prg32 solo se sul computer che ospita il Kit è installata la toolchain PRG32; altrimenti produce un pacchetto con il solo sorgente. Le cartucce già compilate sono in cartucce/.
Schermata vera: questo passo, compilato ed eseguito: workshops/EST-Napoli_Innovation_Festival/kit/expected/passo8.png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PRG32 - Breakout con il Construction Kit  |  EST Napoli Innovation Festival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- NAPOLI INNOVATION FESTIVAL  |  22 OTTOBRE 2026  |  LABORATORIO  |  90 MINUTI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PRG32: videogiochi retrò per imparare il processore europeo RISC-V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Costruiamo Breakout con i blocchi del Construction Kit, un passo alla volta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chi: studenti delle scuole e cittadini curiosi; nessuna esperienza richiesta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 - Prof. Raffaele Montella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Oggi impariamo 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perché RISC-V è un processore "di tutti"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un gioco come init, update, draw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gioco con i blocchi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Muovere, far rimbalzare e far scontrare oggetti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Scoprire il programma vero che sta sotto i blocchi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81353" y="1737360"/>
            <a:ext cx="1803349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1353" y="1737360"/>
            <a:ext cx="18033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118699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42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63135" y="1737360"/>
            <a:ext cx="5501488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3135" y="1737360"/>
            <a:ext cx="550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L'idea: perché un videogioco, perché RISC-V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PRG32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init, update, draw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Breakout, un passo alla volta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Sfide finali e come continuare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Oggi costruiamo un videogioco. Dentro c'è un processore progettato per essere di tutti.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Novanta minuti, un gioco vero, e alla fine saprete cosa succede davvero dentro un computer.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L'idea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videogioco, perché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computer fa solo tre cose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con dei numeri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 numeri da e verso la memoria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quale istruzione eseguire dopo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resto, dai social ai videogiochi, è fatto di questi tre mattoni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proprio un videogioco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vede subito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 un numero e la racchetta si sposta: causa ed effetto nello stesso istante.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onesto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sbagli, la pallina attraversa il muro. Non serve un voto per saperlo.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piccolo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retrò sta tutto nella testa di una persona. E in 3 KiB di memoria.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completo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Stato, ingresso, calcoli, decisioni, un ciclo: c'è tutta l'informatica di base.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cos'è un processore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componente che esegue le istruzioni, una alla volta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famiglia di processori capisce un proprio elenco di istruzioni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Quell'elenco si chiama ISA: Instruction Set Architecture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contratto tra chi scrive il software e chi costruisce l'hardware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possiede le istruzioni?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Architetture proprietarie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delle istruzioni appartiene a un'azienda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costruire un processore serve una licenza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decisioni si prendono altrove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 dominato PC e telefoni per decenni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standard aperto, nato all'università di Berkeley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Chiunque può progettare un processore, senza pagare l'architettura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Governato come uno standard condiviso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pronuncia "risc-five"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l'Europa ci punta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006999"/>
                <a:gridCol w="40874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Mercato mondiale dei semiconduttori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700 miliardi di dollari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attuale dell'Europa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un decimo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dello European Chips Act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quinto entro il 2030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 DARE (EuroHPC): processori europei su RISC-V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240 milioni di euro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che useremo oggi sono le stesse con cui l'Europa sta costruendo i suoi processori.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dialetto per la scuola: addi, lw, sw, beqz sono RISC-V vero.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veloce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rende RISC-V "aperto"?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suoi processori sono gratis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delle istruzioni è uno standard che chiunque può usare senza licenza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solo con software libero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stato inventato in Europa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piattaforma PRG32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console retrò con dentro un processore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in quattro righe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cos'è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didattica open source: una piccola console per giochi scritti in assembly, in C o con i blocchi.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ESP32-C6: RISC-V a 32 bit, 160 MHz, 512 KB di RAM. Costa pochi euro.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gira davvero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programma è codice macchina RISC-V eseguito dal processore, non una simulazione.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la sviluppa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"Parthenope". Licenza MIT: potete leggerla, copiarla, migliorarla.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c'è sul tavolo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03500"/>
                <a:gridCol w="7590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Caratteristiche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 ESP32-C6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 RISC-V RV32IMAC, Wi-Fi, USB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ILI9341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240 pixel a colori; il gioco ne usa 320 x 200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e pulsanti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Quattro direzioni, A, B, Start/Select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Amplificatore digitale I2S, 8 voci a 22.050 Hz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per il gioco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KiB: il nostro Breakout ne usa circa 3,5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modi per far girare lo stesso 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PRG32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vero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1513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99178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8906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08906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emulata sul PC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5669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9717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9445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59445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per PC, tablet, telefono, TV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lo stesso file .prg32 in tutti e tre i casi. Oggi usiamo quello che c'è sulla vostra postazione.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L'ecosistema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della console e gli strumenti per costruire le cartucce.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catalogo di giochi, con classifiche e multiplayer. Ogni gioco passa da un editor prima di essere pubblico.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programma con i blocchi nel browser; il Kit mostra il C che ne risulta.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girare le cartucce ovunque e ha un debugger: si può fermare il processore tra due istruzioni.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cartuccia: un file piccolissimo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è un file che finisce in .prg32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Dentro: un'intestazione di 100 byte e il codice macchina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sulla console via Wi-Fi, senza riprogrammarla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console ha quattro "slot" per le cartucce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chiama la console attraverso una tabella di 139 funzioni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~3,5 KiB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nostro Breakout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una cartuccia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022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PRG2</a:t>
            </a:r>
            <a:endParaRPr lang="en-US" sz="1222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firma: "sono una cartuccia PRG32"</a:t>
            </a:r>
            <a:endParaRPr lang="en-US" sz="1222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022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56816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versione ABI</a:t>
            </a:r>
            <a:endParaRPr lang="en-US" sz="1222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5681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5681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tabella di funzioni si aspetta</a:t>
            </a:r>
            <a:endParaRPr lang="en-US" sz="122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059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22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50592"/>
            <a:ext cx="3291840" cy="42976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dimensioni, indirizzo</a:t>
            </a:r>
            <a:endParaRPr lang="en-US" sz="1222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</a:t>
            </a:r>
            <a:endParaRPr lang="en-US" sz="1022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5059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caricare il codice e quanto è grande</a:t>
            </a:r>
            <a:endParaRPr lang="en-US" sz="1222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44368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</a:t>
            </a:r>
            <a:endParaRPr lang="en-US" sz="102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944368"/>
            <a:ext cx="3291840" cy="42976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/ update / draw</a:t>
            </a:r>
            <a:endParaRPr lang="en-US" sz="1222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44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</a:t>
            </a:r>
            <a:endParaRPr lang="en-US" sz="1022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44368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iniziano le tre funzioni del gioco</a:t>
            </a:r>
            <a:endParaRPr lang="en-US" sz="1222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+36</a:t>
            </a:r>
            <a:endParaRPr lang="en-US" sz="102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38144"/>
            <a:ext cx="3291840" cy="429768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CRC32</a:t>
            </a:r>
            <a:endParaRPr lang="en-US" sz="1222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381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38144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controllo: il file è arrivato intatto?</a:t>
            </a:r>
            <a:endParaRPr lang="en-US" sz="1222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1022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31920"/>
            <a:ext cx="3291840" cy="429768"/>
          </a:xfrm>
          <a:prstGeom prst="rect">
            <a:avLst/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222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319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</a:t>
            </a:r>
            <a:endParaRPr lang="en-US" sz="1022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si legge nel menu</a:t>
            </a:r>
            <a:endParaRPr lang="en-US" sz="1222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2569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+72</a:t>
            </a:r>
            <a:endParaRPr lang="en-US" sz="1022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425696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ABI, funzioni richieste</a:t>
            </a:r>
            <a:endParaRPr lang="en-US" sz="1222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4256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byte</a:t>
            </a:r>
            <a:endParaRPr lang="en-US" sz="1022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2569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console rifiuta ciò che non può eseguire</a:t>
            </a:r>
            <a:endParaRPr lang="en-US" sz="1222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1947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22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919472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codice e dati del gioco</a:t>
            </a:r>
            <a:endParaRPr lang="en-US" sz="1222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919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~3,4 KiB</a:t>
            </a:r>
            <a:endParaRPr lang="en-US" sz="1022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91947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RISC-V che scriviamo oggi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Intestazione: 100 byte. Prima di eseguire, la console controlla firma, CRC e compatibilità: una cartuccia incompatibile viene rifiutata, non eseguita.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veloce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"gira" il gioco quando usiamo la scheda PRG32?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un server in Internet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processore RISC-V della scheda, come codice macchina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un programma Python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schermo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init, update, draw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giochi PRG32 hanno la stessa forma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gioco è un ciclo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sola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 pulsanti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vuole il giocatore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 numeri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i numeri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init, la console chiama update e draw circa 30 volte al secondo. Ogni giro è un fotogramma. Come un cartone animato: tante immagini, una dopo l'altra.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compiti, mai mescolati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cambia lo stato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pulsanti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 racchetta e pallina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gli urti, conta i punti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disegna nulla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mostra lo stato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lo schermo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ogni oggetto dove dicono i numeri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cambia le regole del gioco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ricorda il fotogramma prima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stato: i numeri che il gioco ricorda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paddle_x: dove si trova la racchetta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ball_x, ball_y: dove si trova la pallina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ball_dx, ball_dy: di quanto si sposta a ogni fotogramma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bricks: quali mattoncini ci sono ancora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quanti ne abbiamo distrutti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schermo è una griglia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35808" y="5449824"/>
            <a:ext cx="877824" cy="109728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5808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x=136 y=188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9856" y="420624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8304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(319,199)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pixel in orizzontale: la x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in verticale: la y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L'origine è in alto a sinistra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152644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y cresce verso il BASSO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colore in 16 bit: RGB565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 di rosso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bit più a sinistra. Rosso pieno: 0xF800.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bit di verde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L'occhio è più sensibile al verde. Verde pieno: 0x07E0.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 di blu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bit più a destra. Blu pieno: 0x001F.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pulsanti sono bit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binario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SINISTRA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0000 0001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0000 0100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GIÙ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0000 1000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0001 0000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0010 0000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veloce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pallina è a y = 50. Aggiungiamo 10 a y. La pallina...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scende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 destra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ferma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lavoriamo: blocchi colorati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Apriamo il Construction Kit nel browser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passo: importiamo il progetto, leggiamo i blocchi, premiamo Play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cambiamo UNA cosa e guardiamo che succede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passi: dallo schermo nero al gioco completo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 con i blocchi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passi, dallo schermo nero al gioco completo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Construction Kit</a:t>
            </a:r>
            <a:endParaRPr lang="en-US" sz="3000" dirty="0"/>
          </a:p>
        </p:txBody>
      </p:sp>
      <p:pic>
        <p:nvPicPr>
          <p:cNvPr id="3" name="Image 0" descr="A sinistra i blocchi, a destra lo schermo del gioco con il joypad; sotto, il C gener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739" y="1463040"/>
            <a:ext cx="7980218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sinistra i blocchi, a destra lo schermo del gioco con il joypad; sotto, il C generato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tre blocchi grandi sono init, update, draw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starts: una volta sola (init)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update: cambia i numeri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draw: disegna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blocchi del Kit sono in inglese: li leggiamo insieme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blocchi che useremo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370527"/>
                <a:gridCol w="67238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fa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X to N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mette il numero N nella variabile X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 X by N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aggiunge N a X (anche negativo)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keep X between A and B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 X dentro un recinto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button ... pressed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esegue i blocchi dentro solo se il pulsante è premuto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rect ... touches rect ...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esegue i blocchi dentro se due rettangoli si toccano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draw rectangle ...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disegna un rettangolo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 beep ...</a:t>
                      </a:r>
                      <a:endParaRPr lang="en-US" sz="2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suona una nota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1: apri il Kit e importa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nel browser l'indirizzo scritto alla lavagna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Clicca Import JSON e scegli kit/passo1.blocks.json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il progetto Breakout e premi Play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BLACK in BLUE nel blocco clear screen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  |  circa 4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Uno schermo nero, poi blu. I tre blocchi gialli sono quasi vuoti: è lo scheletro del gioc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schermo nero, poi blu. I tre blocchi gialli sono quasi vuoti: è lo scheletro del gioco.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la racchetta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67233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paddle_x to 136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 BLACK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20624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paddle_x y 188 w 48 h 6 color CYAN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variabile: paddle_x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la x della racchetta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larghezza e altezza sono fisse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si cancella, poi si disegna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Costruisci i blocchi della slide (o importa kit/passo2.blocks.json)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Play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paddle_x in 0, poi in 272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w in 96: che succede con x = 272?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  |  circa 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Una racchetta ciano in basso. Con x = 272 e larghezza 96 esce dallo scherm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racchetta ciano in basso. Con x = 272 e larghezza 96 esce dallo schermo.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i pulsanti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3022092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926080"/>
            <a:ext cx="290550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paddle_x by -4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3138678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RIGHT pressed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20624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paddle_x by 4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46320"/>
            <a:ext cx="407136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paddle_x between 0 and 272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domande a ogni fotogramma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Sinistra: x diminuisce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Destra: x aumenta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recinto: 320 - 48 = 272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i blocchi (o importa kit/passo3.blocks.json)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Play e usa le frecce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in pausa, tieni DESTRA sul joypad e premi Step più volte: leggi paddle_x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Togli il blocco keep: e ora?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  |  circa 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La racchetta segue le frecce e si ferma ai bordi. Con Step: 136, 140, 144..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racchetta segue le frecce e si ferma ai bordi. Con Step: 136, 140, 144...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veloce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paddle_x vale 100. Eseguiamo due volte "change paddle_x by -4". Ora vale...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4: la pallina si muove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11267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ball_x by ball_dx</a:t>
            </a:r>
            <a:endParaRPr lang="en-US" sz="1491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05990"/>
            <a:ext cx="2911267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ball_y by ball_dy</a:t>
            </a:r>
            <a:endParaRPr lang="en-US" sz="1491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66060"/>
            <a:ext cx="5672092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ball_x ball_y 6 6 touches rect -10 0 10 200</a:t>
            </a:r>
            <a:endParaRPr lang="en-US" sz="1491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326130"/>
            <a:ext cx="2093244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ball_dx to 2</a:t>
            </a:r>
            <a:endParaRPr lang="en-US" sz="1491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5672092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ball_x ball_y 6 6 touches rect 320 0 10 200</a:t>
            </a:r>
            <a:endParaRPr lang="en-US" sz="1491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446270"/>
            <a:ext cx="2195497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ball_dx to -2</a:t>
            </a:r>
            <a:endParaRPr lang="en-US" sz="1491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06340"/>
            <a:ext cx="5672092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ball_x ball_y 6 6 touches rect 0 -10 320 10</a:t>
            </a:r>
            <a:endParaRPr lang="en-US" sz="1491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566410"/>
            <a:ext cx="2093244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ball_dy to 2</a:t>
            </a:r>
            <a:endParaRPr lang="en-US" sz="1491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più velocità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446934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muri sono rettangoli appena FUORI dallo schermo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430829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 sinistro: vai a destra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414723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 destro: vai a sinistra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539861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Soffitto: scendi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trucco dei muri invisibili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19856" y="420624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02736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pallina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" cy="3657600"/>
          </a:xfrm>
          <a:prstGeom prst="rect">
            <a:avLst/>
          </a:prstGeom>
          <a:solidFill>
            <a:srgbClr val="F80000"/>
          </a:solidFill>
          <a:ln w="12700">
            <a:solidFill>
              <a:srgbClr val="F8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5936" y="2011680"/>
            <a:ext cx="54864" cy="3657600"/>
          </a:xfrm>
          <a:prstGeom prst="rect">
            <a:avLst/>
          </a:prstGeom>
          <a:solidFill>
            <a:srgbClr val="F80000"/>
          </a:solidFill>
          <a:ln w="12700">
            <a:solidFill>
              <a:srgbClr val="F8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5852160" cy="54864"/>
          </a:xfrm>
          <a:prstGeom prst="rect">
            <a:avLst/>
          </a:prstGeom>
          <a:solidFill>
            <a:srgbClr val="F80000"/>
          </a:solidFill>
          <a:ln w="12700">
            <a:solidFill>
              <a:srgbClr val="F8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5614416"/>
            <a:ext cx="5852160" cy="54864"/>
          </a:xfrm>
          <a:prstGeom prst="rect">
            <a:avLst/>
          </a:prstGeom>
          <a:solidFill>
            <a:srgbClr val="0000F8"/>
          </a:solidFill>
          <a:ln w="12700">
            <a:solidFill>
              <a:srgbClr val="0000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Kit non ha un blocco "se x è minore di 0"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692908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sa dire se due rettangoli si toccano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Mettiamo un rettangolo oltre ogni bordo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152644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Toccare il fondo: pallina persa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kit/passo4.blocks.json e leggi i blocchi di update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Play: dove rimbalza e dove no?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when game starts cambia ball_dx in 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il blocco del fondo: che cosa fa?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  |  circa 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La pallina rimbalza su tre lati, attraversa la racchetta e ricomincia dal cen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rimbalza su tre lati, attraversa la racchetta e ricomincia dal centro.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5: l'urto con la racchetta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ball_x ball_y 6 6 touches rect paddle_x 188 48 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439162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ball_dy to -2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 quattro numeri: la pallina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altri quattro: la racchetta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Devono essere gli stessi del blocco di disegno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set, non change: su, e basta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il blocco (o importa kit/passo5.blocks.json)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Play e tieni viva la pallina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il 48 in 20 solo in questo blocco: che succede?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48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  |  circa 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Ora si gioca. Con 20 la pallina attraversa mezza racchetta: il computer guarda i numeri, non il disegn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si gioca. Con 20 la pallina attraversa mezza racchetta: il computer guarda i numeri, non il disegno.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6: sei mattoncini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08940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m1_y to 30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08940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m2_y to 30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70357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3 y m1_y w 48 h 10 color RED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56 y m2_y w 48 h 10 color YELLOW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109 y m3_y w 48 h 10 color RED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variabile per mattoncino: la sua y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m1_y ... m6_y, tutte a 30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3, 56, 109, 162, 215, 268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mattoncino ogni 53 pixel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kit/passo6.blocks.json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i blocchi set e i blocchi draw dei mattoncini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Play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m3_y in 60 in when game starts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  |  circa 4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Sei mattoncini rossi e gialli. La pallina li attraversa: manca la regola dell'ur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mattoncini rossi e gialli. La pallina li attraversa: manca la regola dell'urto.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7: colpire un mattoncino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0357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ball_x ball_y 6 6 touches rect 3 m1_y 48 10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20599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m1_y to 400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ball_dy to 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2439162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by 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206240"/>
            <a:ext cx="3255264" cy="566928"/>
          </a:xfrm>
          <a:prstGeom prst="roundRect">
            <a:avLst>
              <a:gd name="adj" fmla="val 1612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beep freq 660 ms 40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2 y 6 w score * 8 h 6 color GREEN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463040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400 è fuori dallo schermo: sparito!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44693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torna giù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430829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e un suono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414723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blocchi così: uno per mattoncino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5398618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verde: score per 8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kit/passo7.blocks.json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Play e distruggi tre mattoncini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Step guarda m1_y diventare 400 e score crescere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660 in 1320: più acuto o più grave?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  |  circa 6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I mattoncini colpiti spariscono, la barra verde cresce, ogni urto suo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mattoncini colpiti spariscono, la barra verde cresce, ogni urto suona.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8: vittoria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score 0 1 1 touches rect 6 0 1 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08940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m1_y to 30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08940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m2_y to 30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220599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fino a m6_y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206240"/>
            <a:ext cx="208940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score to 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altro trucco con i rettangoli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quadratino in x = score, uno in x = 6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toccano solo quando score vale 6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Allora: tutto come all'inizio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kit/passo8.blocks.json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 fino a distruggere tutti e sei i mattoncini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vincere in fretta cambia il 6 in 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  |  circa 5 min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3" name="Image 0" descr="Distrutti tutti i mattoncini, il muro ricompare e il punteggio torna a ze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Distrutti tutti i mattoncini, il muro ricompare e il punteggio torna a zero.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Sotto i blocchi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vero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C: i vostri blocchi, in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breakout_update(void)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+= -4;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+= 4;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&lt; 0) { paddle_x = 0;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&gt; 272) { paddle_x = 272;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La pallina si muove: posizione + velocita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 += ball_dx;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ball_y += ball_dy;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 muri sono rettangoli appena fuori dallo schermo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(prg32_sprite_hitbox(ball_x, ball_y, 6, 6, -10, 0, 10, 200))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ball_dx = 2;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(prg32_sprite_hitbox(ball_x, ball_y, 6, 6, 320, 0, 10, 200)) {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Ogni blocco è diventato una riga. if button: un AND su un bit. keep: due if. È lo stesso C che scrivono all'università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blocco è diventato una riga. if button: un AND su un bit. keep: due if. È lo stesso C che scrivono all'università.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Blocco per blocco</a:t>
            </a:r>
            <a:endParaRPr lang="en-US" sz="3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370527"/>
                <a:gridCol w="67238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vostro blocco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paddle_x to 136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paddle_x = 136;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 paddle_x by -4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paddle_x += -4;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button LEFT pressed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(input &amp; PRG32_BTN_LEFT) { ... }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rect ... touches rect ...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(prg32_sprite_hitbox(...)) { ... }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 screen BLACK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prg32_gfx_clear(PRG32_COLOR_BLACK);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browser alla console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Clicca Generate C e trova la riga nata dal blocco keep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Clicca Compile Cartridge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compaiono i pulsanti verdi: scarica la cartuccia .prg32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Aprila in PRG32-QT o caricala sulla scheda PRG32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9  |  circa 6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Dovresti vedere</a:t>
            </a:r>
            <a:endParaRPr lang="en-US" sz="1400" dirty="0"/>
          </a:p>
        </p:txBody>
      </p:sp>
      <p:pic>
        <p:nvPicPr>
          <p:cNvPr id="15" name="Image 0" descr="Lo stesso gioco, ora come cartuccia di circa 3,9 KiB, eseguito da un processore RISC-V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gioco, ora come cartuccia di circa 3,9 KiB, eseguito da un processore RISC-V.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Sfide finali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il gioco è vostro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Scegline una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difficile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Racchetta più stretta, pallina più veloce. Attenzione: la larghezza compare in più punti.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colorato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 colori usando RGB565: prova 0xF81F e 0xFD20.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vite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variabile lives: si perde una vita quando la pallina cade. A zero si ricomincia.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mattoncini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m7_y e m8_y: servono un blocco di disegno e uno di urto per ciascuno.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abbiamo imparato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è stato + regole + disegno, ripetuti a ogni fotogramma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schermo è una griglia, i colori e i pulsanti sono bit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urto è un confronto tra rettangoli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blocchi sono un programma vero: sotto c'è il C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che lo esegue è aperto: RISC-V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stesso gioco, a tre altezze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Blocchi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(input &amp; PRG32_BTN_LEFT)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t3, a0, 1 / beqz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macchina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 per istruzione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cartella del laboratorio ci sono tutte e tre le versioni, passo per passo. Sono lo stesso gioco: provate a confrontarle.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adesso?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continuare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 e modifica: tutti i passi sono nella cartella del laboratorio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le altre due versioni dello stesso gioco: assembly, C, blocchi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il tuo gioco sul Cartridge Store (con un docente come editor)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Costruisci la tua PRG32: una scheda ESP32-C6, uno schermo, un joystick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gli adulti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PRG32: github.com/riscv-prg32/PRG32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Store: store.prg32.uniparthenope.it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 e PRG32-QT: github.com/riscv-prg32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Libro: Playing with RISC-V (github.com/riscv-prg32/Playing-with-RISC-V_PRG32_textbook)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PRG32: videogiochi retrò per imparare il processore europeo RISC-V - lab</dc:title>
  <dc:subject>PRG32 - Breakout con il Construction Kit  |  EST Napoli Innovation Festival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