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44299c1-f091-fa3c-7b7f-869501f11e32}">
          <p14:sldIdLst>
            <p14:sldId id="256"/>
            <p14:sldId id="257"/>
            <p14:sldId id="258"/>
            <p14:sldId id="259"/>
          </p14:sldIdLst>
        </p14:section>
        <p14:section name="Skeleton" id="{72ee8422-75a8-b7e7-9d52-95af9142bf4f}">
          <p14:sldIdLst>
            <p14:sldId id="260"/>
            <p14:sldId id="261"/>
            <p14:sldId id="262"/>
            <p14:sldId id="263"/>
          </p14:sldIdLst>
        </p14:section>
        <p14:section name="State and draw" id="{640271eb-2cda-72a5-82fe-db09f9696c4d}">
          <p14:sldIdLst>
            <p14:sldId id="264"/>
            <p14:sldId id="265"/>
            <p14:sldId id="266"/>
            <p14:sldId id="267"/>
          </p14:sldIdLst>
        </p14:section>
        <p14:section name="Paddle" id="{164ffdd2-2cca-8f26-fe1b-151e24139d22}">
          <p14:sldIdLst>
            <p14:sldId id="268"/>
            <p14:sldId id="269"/>
            <p14:sldId id="270"/>
          </p14:sldIdLst>
        </p14:section>
        <p14:section name="Ball" id="{ed480235-0c96-9f73-877f-3b32dbc269a0}">
          <p14:sldIdLst>
            <p14:sldId id="271"/>
            <p14:sldId id="272"/>
            <p14:sldId id="273"/>
          </p14:sldIdLst>
        </p14:section>
        <p14:section name="Collision" id="{4aa5ce17-d931-0311-1a77-66494cb14e29}">
          <p14:sldIdLst>
            <p14:sldId id="274"/>
            <p14:sldId id="275"/>
            <p14:sldId id="276"/>
            <p14:sldId id="277"/>
          </p14:sldIdLst>
        </p14:section>
        <p14:section name="Score" id="{4a18b1ea-03d4-4252-ae81-d890560d7909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Closing" id="{14ae560a-dba1-2a05-274f-56ddeb8f1406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9 of the textbook. Practical, step-by-step session: learners work at their machines; keep each step to its time box. Preparation: Working toolchain. Step files: labs/09-c-first-contact/step1..6 (master: labs/masters/pong_c.master.c).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labs/09-c-first-contact/step1_skeleton.c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labs/09-c-first-contact/expected/step1_skeleton.png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labs/09-c-first-contact/step2_state_draw.c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labs/09-c-first-contact/expected/step2_state_draw.png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File-scope variables live for the whole run; static keeps their names private to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labs/09-c-first-contact/step3_paddle.c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labs/09-c-first-contact/expected/step3_paddle.png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labs/09-c-first-contact/step4_ball.c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labs/09-c-first-contact/expected/step4_ball.png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labs/09-c-first-contact/step5_collision.c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labs/09-c-first-contact/expected/step5_collision.png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labs/09-c-first-contact/step6_score.c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labs/09-c-first-contact/expected/step6_score.png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Verified: a zero-width rectangle draws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9: Functions, Variables, Game Loop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Lab 1: Pong, One Function at a Time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verified steps from three empty functions to a scoring game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 a C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state in file-scope variables and initialise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and clamp a paddle from the input mask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a ball and bounce 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function's result as a condition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 event exactly once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27895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2789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00236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0023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972576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7257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192662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draw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Skeleton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three empty functions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 Lab 1: Pong, one function at a time. */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&lt;stdint.h&gt;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pong_c_init(void)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pong_c_draw(void)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prg32.h declares the runtime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prefix pong_c names the game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main: the runtime owns the loop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09-c-first-contact/step1_skeleton.c pong_c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build log: code= 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pong_c_draw to pong_draw and build again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error; restore the name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black screen, code=2604: the same size as an empty assembly cartridge. With the wrong name the builder cannot find the draw entry poi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black screen, code=2604: the same size as an empty assembly cartridge. With the wrong name the builder cannot find the draw entry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2604 bytes for three empty functions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is a few bytes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adds a stub for each of the 139 runtime functions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does not link against the C library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printf, no malloc: nothing is behind your file but prg32.h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2604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bytes, almost all stubs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and draw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state, init, draw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paddle_x;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ball_x;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ball_y;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ball_dx;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horizontal velocity, pixels per frame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ball_dy;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vertical velocity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pong_c_init(void)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 = 128;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 = 156;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 = 96;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ball_dx = 2;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ball_dy = 1;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pong_c_draw(void)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prg32_gfx_rect(paddle_x, 188, 64, 8, PRG32_COLOR_WHITE);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prg32_gfx_rect(ball_x, ball_y, 8, 8, PRG32_COLOR_YELLOW);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Five file-scope variables are the whole game state. init sets them once; draw paints from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file-scope variables are the whole game state. init sets them once; draw paints from them.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09-c-first-contact/step2_state_draw.c pong_c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paddle_x in init to 0, then 256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prg32_gfx_clear to the END of draw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it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white paddle and a yellow ball. With clear last, the screen is black: it paints over what was dra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 paddle and a yellow ball. With clear last, the screen is black: it paints over what was drawn.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are the variables declared outside every function?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faster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they keep their values between frames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requires it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other cartridges can read them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Paddle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input and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-= 3;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+= 3;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  { paddle_x = 0;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256) { paddle_x = 256; }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320 - 64-wide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One call returns every button. &amp; tests one bit. Two ifs keep paddle_x within 0..25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returns every button. &amp; tests one bit. Two ifs keep paddle_x within 0..256.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09-c-first-contact/step3_paddle.c pong_c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to the edge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3 to 8: does it still stop exactly at the edge?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&amp; by == in the LEFT test; hold LEFT and A together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paddle stops at 256 at any speed, because the clamp runs after the move (screenshot: RIGHT for 30 frames, x = 218). With == the test fails as soon as a second button is hel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stops at 256 at any speed, because the clamp runs after the move (screenshot: RIGHT for 30 frames, x = 218). With == the test fails as soon as a second button is held.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velocity and bounce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 += ball_dx;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 += ball_dy;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(ball_x &lt; 0 || ball_x &gt; 312) {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320 - 8-wide ball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ball_dx = -ball_dx;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 &lt; 0 || ball_y &gt; 192) {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200 - 8-high ball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-ball_dy;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osition += velocity, every frame. || means or. A unary minus reverses direction at each wal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+= velocity, every frame. || means or. A unary minus reverses direction at each wall.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09-c-first-contact/step4_ball.c pong_c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one horizontal crossing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ball_dx = 0 in init: predict, then run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ball_dx = 5: watch the right edge closely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bout 5 seconds per crossing (312 pixels at 2 per frame). With 5 the ball can overshoot by a few pixels before turning: no clamp 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seconds per crossing (312 pixels at 2 per frame). With 5 the ball can overshoot by a few pixels before turning: no clamp here.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5: one call, one decision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 &lt; 0)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-ball_dy;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 &gt; 200) {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missed: start the round again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pong_c_init();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(prg32_sprite_hitbox(ball_x, ball_y, 8, 8,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paddle_x, 188, 64, 8))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-1;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assign, do not negate: safe to repeat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bottom no longer bounces: a miss restarts the round. The hitbox result is used directly as the condi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no longer bounces: a miss restarts the round. The hitbox result is used directly as the condition.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09-c-first-contact/step5_collision.c pong_c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ball alive for ten bounces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on purpose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'ball_dy = -1' to 'ball_dy = -ball_dy' and hit the ball with the paddle's side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real game. With negation the ball can jitter inside the paddle; assigning -1 is safe to repeat on every overlapping fra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game. With negation the ball can jitter inside the paddle; assigning -1 is safe to repeat on every overlapping frame.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 or negate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= -1;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Idempotent: doing it twice changes nothing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while the ball overlaps for several frames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speed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= -ball_dy;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Flips on every overlapping frame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guard: if (ball_dy &gt; 0)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speed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count once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(prg32_sprite_hitbox(ball_x, ball_y, 8, 8,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paddle_x, 188, 64, 8))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(ball_dy &gt; 0)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score += 1;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count only while moving down: once per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hit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-1;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assign, do not negate: safe to repeat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ball may overlap the paddle for several frames. ball_dy &gt; 0 is true only on the first: one hit, one poi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may overlap the paddle for several frames. ball_dy &gt; 0 is true only on the first: one hit, one point.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09-c-first-contact/step6_score.c pong_c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five points: the bar is 20 pixels long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'if (ball_dy &gt; 0)' around score += 1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does the bar grow now?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+4 pixels per hit. Without the guard the bar jumps by several points per hit: every overlapping frame cou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pixels per hit. Without the guard the bar jumps by several points per hit: every overlapping frame counts.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'score * 4' as a rectangle width do when score is 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nothing: a rectangle of width 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 full-width bar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one pixel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built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lines of C; 2952 bytes of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variables of state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input, paddle, ball, walls, collision, score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clear, paddle, ball, title, bar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assembly version of the same game is 139 lines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 a C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state at file scope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 with &amp; and clamp with if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with velocity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return value as a condition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a counter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10: arrays, structs, tile maps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repeated numbers with #define constants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lab starts from this game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9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labs/09-c-first-contact/ and labs/masters/pong_c.master.c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docs/learn/tutorial_c_game.md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Lab 1: Pong, One Function at a Time - lab</dc:title>
  <dc:subject>Chapter 9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