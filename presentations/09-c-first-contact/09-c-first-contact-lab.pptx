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bfb71ebf-65ee-37ac-38c5-def7cac462be}">
          <p14:sldIdLst>
            <p14:sldId id="256"/>
            <p14:sldId id="257"/>
            <p14:sldId id="258"/>
            <p14:sldId id="259"/>
          </p14:sldIdLst>
        </p14:section>
        <p14:section name="Skeleton" id="{f3c3681f-e7aa-e9fc-1ba1-e80188865530}">
          <p14:sldIdLst>
            <p14:sldId id="260"/>
            <p14:sldId id="261"/>
            <p14:sldId id="262"/>
          </p14:sldIdLst>
        </p14:section>
        <p14:section name="State and draw" id="{7e504384-8024-0d36-eee9-e9db48d14bc6}">
          <p14:sldIdLst>
            <p14:sldId id="263"/>
            <p14:sldId id="264"/>
            <p14:sldId id="265"/>
            <p14:sldId id="266"/>
            <p14:sldId id="267"/>
          </p14:sldIdLst>
        </p14:section>
        <p14:section name="Paddle" id="{55f2f286-a5f8-8ef3-be0f-217875359bae}">
          <p14:sldIdLst>
            <p14:sldId id="268"/>
            <p14:sldId id="269"/>
            <p14:sldId id="270"/>
            <p14:sldId id="271"/>
            <p14:sldId id="272"/>
          </p14:sldIdLst>
        </p14:section>
        <p14:section name="Ball" id="{4450fd16-89e6-e3d5-d905-b9d05a86b3ae}">
          <p14:sldIdLst>
            <p14:sldId id="273"/>
            <p14:sldId id="274"/>
            <p14:sldId id="275"/>
            <p14:sldId id="276"/>
          </p14:sldIdLst>
        </p14:section>
        <p14:section name="Collision" id="{575c8bb7-3468-481b-4151-16d7598a3dc7}">
          <p14:sldIdLst>
            <p14:sldId id="277"/>
            <p14:sldId id="278"/>
            <p14:sldId id="279"/>
            <p14:sldId id="280"/>
            <p14:sldId id="281"/>
          </p14:sldIdLst>
        </p14:section>
        <p14:section name="Make it yours" id="{3470ccaa-0b50-f742-7726-d22bef97386a}">
          <p14:sldIdLst>
            <p14:sldId id="282"/>
            <p14:sldId id="283"/>
            <p14:sldId id="284"/>
            <p14:sldId id="285"/>
          </p14:sldIdLst>
        </p14:section>
        <p14:section name="Closing" id="{5ca53a7c-3c76-0541-a02d-c0885fd91841}">
          <p14:sldIdLst>
            <p14:sldId id="28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Teaching support for Chapter 9 of the textbook. Practical, step-by-step session: learners work at their machines; keep each step to its time box. Preparation: Working toolchain (setup lab). The files in examples/c_first_contact/ available as reference. PRG32-QT optional.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objectives; return to this slide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Total: 45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The prefix and the function names must agree.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examples/c_first_contact/pong_c_state.c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examples/c_first_contact/pong_c_update.c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x -= 3 is shorthand for x = x - 3.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examples/c_first_contact/pong_c_ball_motion.c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examples/c_first_contact/pong_c_paddle_collision.c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Count only when the ball is moving down: if (ball_dy &gt; 0) before incrementing.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  |  Chapter 9: Functions, Variables, Game Loop  |  Lab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31520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731520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969264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969264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07008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202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9  |  LABORATORY  |  45 MINUTES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7744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 Lab 1: Pong, One Function at a Time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51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functions, state, input, ball, collision, drawing: build and run after each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577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computer programming students (C track)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FA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RISC-V: Assembly, C, and Retro Games on the PRG32 Platform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and run a C cartridge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012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282952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persistent state and initialise it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2115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10286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and clamp a paddle from input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Animate and bounce a ball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6097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474268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paddle collision and a title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80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556260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the game and predict the effect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of 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680078" cy="822960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16800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7'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274438" y="1737360"/>
            <a:ext cx="2173163" cy="82296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274438" y="1737360"/>
            <a:ext cx="217316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9'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493321" y="1737360"/>
            <a:ext cx="2173163" cy="82296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93321" y="1737360"/>
            <a:ext cx="217316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9'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712204" y="1737360"/>
            <a:ext cx="2173163" cy="82296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12204" y="1737360"/>
            <a:ext cx="217316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9'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8931087" y="1737360"/>
            <a:ext cx="1433535" cy="822960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931087" y="1737360"/>
            <a:ext cx="1433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6'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10410342" y="1737360"/>
            <a:ext cx="1186993" cy="822960"/>
          </a:xfrm>
          <a:prstGeom prst="rect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410342" y="1737360"/>
            <a:ext cx="118699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5'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548640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2435809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18689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618689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and draw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4322978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05858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505858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Paddle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210148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93028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393028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8097317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80197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8280197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Collision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9984486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167366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B23A48"/>
          </a:solidFill>
          <a:ln>
            <a:solidFill>
              <a:srgbClr val="B23A4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10167366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it yours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 method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the code yourself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after every step; fix the first error first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before you run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a list of every number you type and where it came from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Skeleton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empty functions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empty cartridge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work/pong/pong.c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#include "prg32.h" and three empty functions with prefix pong_c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234440" y="3913632"/>
            <a:ext cx="6537960" cy="934974"/>
          </a:xfrm>
          <a:prstGeom prst="roundRect">
            <a:avLst>
              <a:gd name="adj" fmla="val 7824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417320" y="4023360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work/pong/pong.c --portable --entry-prefix pong_c --name pong --out work/pong/pong.prg32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234440" y="5138928"/>
            <a:ext cx="6537960" cy="702564"/>
          </a:xfrm>
          <a:prstGeom prst="roundRect">
            <a:avLst>
              <a:gd name="adj" fmla="val 10412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417320" y="5248656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work/pong/pong.prg32 &amp;&amp; python3 -m prg32 qemu run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 min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build of a few hundred bytes and a black screen: the runtime is calling your three functions.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build says: undefined symbol pong_c_draw. You wrote pong_draw. Fix?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--name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Rename the function or change --entry-prefix so they match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static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main function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State and draw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to look at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"prg32.h"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int paddle_x;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int ball_x;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int ball_y;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int ball_dx;       </a:t>
            </a:r>
            <a:pPr indent="0" marL="0">
              <a:buNone/>
            </a:pPr>
            <a:r>
              <a:rPr lang="en-US" sz="17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horizontal velocity */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int ball_dy;       </a:t>
            </a:r>
            <a:pPr indent="0" marL="0">
              <a:buNone/>
            </a:pPr>
            <a:r>
              <a:rPr lang="en-US" sz="17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vertical velocity   */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these above the functions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941064"/>
            <a:ext cx="341345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410565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4078224"/>
            <a:ext cx="254477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inside any function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init and draw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pong_c_init(void) {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paddle_x = 128;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ball_x = 156;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ball_y = 96;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ball_dx = 2;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ball_dy = 1;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pong_c_draw(void) {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prg32_gfx_clear(PRG32_COLOR_BLACK);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prg32_gfx_rect(paddle_x, 188, 64, 8, PRG32_COLOR_WHITE);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prg32_gfx_rect(ball_x, ball_y, 8, 8, PRG32_COLOR_YELLOW);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 sets every state variable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941064"/>
            <a:ext cx="341345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410565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4078224"/>
            <a:ext cx="254477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draw: clear, then one rect per object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 the picture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state, init, and draw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and run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paddle_x in init to 0, then 256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colour to a hexadecimal RGB565 value of your own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white paddle near the bottom and a yellow ball. The paddle touches the left edge at 0 and the right edge at 256.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Break the order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prg32_gfx_clear to the end of draw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09676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the picture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73049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Run, then restore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3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2 min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black screen: the clear paints over everything drawn before it.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Paddle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changes state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update: input and clamp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pong_c_update(void)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uint32_t input = prg32_input_read();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(input &amp; PRG32_BTN_LEFT)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paddle_x -= 3;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(input &amp; PRG32_BTN_RIGHT)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paddle_x += 3;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(paddle_x &lt; 0)   { paddle_x = 0;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(paddle_x &gt; 256) { paddle_x = 256; }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320 - 64-wide paddle */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is a local: fresh every frame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independent ifs for the buttons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ifs for the limits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Move the paddle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the update function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and run; hold LEFT, then RIGHT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the two clamp lines and try again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Restore them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4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paddle follows the keys at 3 pixels per frame and stops at the edges. Without the clamp it leaves the screen.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 with speed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3 to 1; then to 8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096768"/>
            <a:ext cx="6446520" cy="1487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8, does the paddle still stop exactly at the edge?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73049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why it does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5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3 min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Yes: the clamp runs after the move and replaces any overshoot with the limit.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does 'paddle_x -= 3;' mean?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paddle_x is set to -3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paddle_x is decreased by 3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paddle_x is compared with 3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is subtracted from the screen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Ball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Velocity and bounce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to the end of update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ball_x += ball_dx;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ball_y += ball_dy;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(ball_x &lt; 0 || ball_x &gt; 312) {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320 - 8-wide ball */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ball_dx = -ball_dx;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bounce horizontally */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(ball_y &lt; 0 || ball_y &gt; 192) {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ball_dy = -ball_dy;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bounce vertically */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additions move the ball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ifs bounce it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version bounces off all four sides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Animate the ball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 the ball code inside update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and run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the seconds for one horizontal crossing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Check: 312 pixels at 2 per frame at 30 frames per second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6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5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ball bouncing off all four edges. One crossing takes about 5 seconds.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 a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running: what happens with ball_dx = 0?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with ball_dy = -1 initially?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with ball_dx = 5: does it still bounce correctly?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each and compare with your prediction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7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dx = 0: vertical motion only. dy = -1: starts upward. dx = 5: bounces, but may overshoot the edge by a few pixels before turning.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Collision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call, one decision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after the ball code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(prg32_sprite_hitbox(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ball_x, ball_y, 8, 8,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paddle_x, 188, 64, 8)) {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ball_dy = -1;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send the ball back upward */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arguments: ball, then paddle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941064"/>
            <a:ext cx="341345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410565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4078224"/>
            <a:ext cx="254477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must match draw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Bounce off the paddle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collision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the bottom-edge bounce so the ball is NOT reflected at y &gt; 192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Instead, when ball_y &gt; 200, call pong_c_init()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and play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8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game: the ball bounces off the paddle; a miss restarts the round.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a title and a score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"PONG C" with prg32_gfx_text8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'static int score;' and set it to 0 in init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score += 1 in the collision block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a green bar of width score * 4 at the top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9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title and a bar that grows by 4 pixels per hit.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bar grows by 12 per hit instead of 4. Most likely?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colour is wrong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ball overlaps for three frames and each one counts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is unsigned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bar is drawn three times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it yours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thing, predict, observe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Choose two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wider or narrower paddle (change draw AND the hitbox)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ball that speeds up every five hits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ball with its own state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different background colour when score exceeds 10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10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5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working modifications, each with a written prediction and observation.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Reflect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numbers appear more than once in your file?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would #define PADDLE_W 64 help?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of your functions change state, and which draw?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the assembly for 'paddle_x -= 3' look like?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can now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and run a C cartridge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012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282952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state in file-scope variables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2115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10286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input with &amp; and clamp with if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Animate with velocity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6097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474268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return value as a condition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80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556260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Modify a game deliberately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 and reading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next session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repeated numbers with #define constants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Chapter 10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pong.c: the capstone extends it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and sources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Textbook, Chapter 9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examples/c_first_contact/pong_skeleton.c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C: Pong in C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docs/learn/tutorial_c_game.md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 Lab 1: Pong, One Function at a Time - lab</dc:title>
  <dc:subject>Chapter 9</dc:subject>
  <dc:creator>Playing with RISC-V (PRG32 textbook)</dc:creator>
  <cp:lastModifiedBy>Playing with RISC-V (PRG32 textbook)</cp:lastModifiedBy>
  <cp:revision>1</cp:revision>
  <dcterms:created xsi:type="dcterms:W3CDTF">2026-10-05T08:18:06Z</dcterms:created>
  <dcterms:modified xsi:type="dcterms:W3CDTF">2026-10-05T08:18:06Z</dcterms:modified>
</cp:coreProperties>
</file>