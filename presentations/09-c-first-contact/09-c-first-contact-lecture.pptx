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f980634-2f2d-ed4d-34ab-46cd0c271f8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State" id="{32a6b20d-7577-30de-7486-2475cd06ce8a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Input" id="{60bd8ea3-c4fc-f011-55e2-6af6b3d4081a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The ball and the collision" id="{cd7f33e4-abec-3f97-4569-7d747f17f4e2}">
          <p14:sldIdLst>
            <p14:sldId id="278"/>
            <p14:sldId id="279"/>
            <p14:sldId id="280"/>
            <p14:sldId id="281"/>
            <p14:sldId id="282"/>
          </p14:sldIdLst>
        </p14:section>
        <p14:section name="Drawing" id="{721f8b88-9328-839e-244a-c50f4bb25e5e}">
          <p14:sldIdLst>
            <p14:sldId id="283"/>
            <p14:sldId id="284"/>
            <p14:sldId id="285"/>
            <p14:sldId id="286"/>
            <p14:sldId id="287"/>
          </p14:sldIdLst>
        </p14:section>
        <p14:section name="Closing" id="{d0c272c2-bf22-6a6b-1ab8-5d3519d2b51d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9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examples/c_first_contact/hello_world_c.c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update and draw run once per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examples/c_first_contact/pong_c_state.c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examples/c_first_contact/pong_c_init.c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 1 Pong reports code=2952 mem=2976: the difference, 24 bytes, is its six zero-initialised int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Fixed-width types come from &lt;stdint.h&gt;.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Automatic locals do not persist.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examples/c_first_contact/pong_c_update.c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output of gcc -Os for the Lab 1 Pong.
Source: labs/16-assembly-meets-c/pong_c_update_Os.s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The A bit is 0x10; the result is non-zero, hence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examples/c_first_contact/pong_c_ball_motion.c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examples/c_first_contact/pong_c_paddle_collision.c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examples/c_first_contact/pong_c_draw.c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discipline you can check by reading: which functions contain '=' on state, and which contain prg32_gfx_?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9: Functions, Variables, Game Loop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Contact: Functions, Variables, and the Game Loop in C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functions in C, persistent state, input, motion, collision, and drawing a frame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programming students (C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three entry-point functions of a PRG32 game in C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state that persists between frames and explain 'static'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buttons with the bitwise AND operator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motion, bounces, and a clamp with assignment and if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function's return value in a condition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frame from state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433535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27895" y="1737360"/>
            <a:ext cx="1433535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27895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07151" y="1737360"/>
            <a:ext cx="1926620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07151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79491" y="1737360"/>
            <a:ext cx="1926620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79491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451832" y="1737360"/>
            <a:ext cx="2419706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51832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917257" y="1737360"/>
            <a:ext cx="1680078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17257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C, same platform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5809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868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18689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functions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2297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585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014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97317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019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0197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and collision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4486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736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7366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lets you say what you mean and still see the machine underneath.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language operating systems, firmware, and the PRG32 runtime itself are written in.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C, and why the same platform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small: a few dozen keywords, no hidden runtime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construct maps to a handful of machine instructions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PRG32 calls serve assembly and C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between the tracks is the language, not the game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functions, in 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"prg32.h"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hello_world_c_init(void)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hello_world_c_update(void)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hello_world_c_draw(void)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brings in the PRG32 declarations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void: takes nothing, returns nothing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prefix hello_world_c names the game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bodies: a valid cartridge that does nothing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function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function gives back: void, int, uint32_t...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callers refer to it. Entry points must be &lt;prefix&gt;_init, _update, _draw.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receives. (void) means none.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between braces, executed in order.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calls your functions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loads cartridge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header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pong_c_init()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pong_c_update()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pong_c_draw()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call these yourself and you never write main: the runtime owns the loop.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often does the runtime call your update function?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at start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frame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a button changes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you call it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that persist between frames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Declaring the state of Pong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"prg32.h"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paddle_x;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ball_x;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ball_y;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ball_dx;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horizontal velocity */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ball_dy;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vertical velocity   */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outside every function: they live for the whole run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visible only in this file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int: a signed 32-bit integer on this machine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Velocities are signed: direction is the sign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variable lives decides how long it lives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functions (file scope)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for the whole program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its value between frames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game state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function (local)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when the function is entered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 when it returns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temporary values such as 'input'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Initialising state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pong_c_init(void)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paddle_x = 128;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ball_x = 156;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ball_y = 96;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ball_dx = 2;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ball_dy = 1;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the value on the right goes into the variable on the left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runs once: the starting position of everything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Restarting the game is calling this again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 variables go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671333"/>
                <a:gridCol w="3503500"/>
                <a:gridCol w="291958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Counted in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int score;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.bss (starts at zero)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 only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int paddle_x = 136;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.data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and mem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const uint8_t tile[8] = {...};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.rodata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and mem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uint32_t input; (inside a function)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register or the stack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neither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you will meet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24462"/>
                <a:gridCol w="1888411"/>
                <a:gridCol w="3776822"/>
                <a:gridCol w="330471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bits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-2.1 to +2.1 billion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positions, velocities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uint32_t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bits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about 4.3 billion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bitmask, time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uint16_t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bits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65535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RGB565 colours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uint8_t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bits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255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tiles, small counters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variable declared inside update, without static, holds what at the start of the next frame?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last value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unspecified value: it is created anew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from init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bitmask in C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input and moving the paddle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pong_c_update(void)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input = prg32_input_read();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PRG32_BTN_LEFT)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paddle_x -= 3;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PRG32_BTN_RIGHT)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paddle_x += 3;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(paddle_x &lt; 0)   { paddle_x = 0;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(paddle_x &gt; 256) { paddle_x = 256; }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320 - 64-wide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paddle */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returns all the buttons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tests one bit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-= and += change state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ifs clamp the paddle to 0..256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is not &amp;&amp;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AND: &amp;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every bit of two integers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PRG32_BTN_LEFT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Non-zero if the bit is set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test flags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AND: &amp;&amp;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two truth values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&gt; 0 &amp;&amp; x &lt; 10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0 or 1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combine conditions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in 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separate boolean in an if: zero is false, anything else is true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PRG32_BTN_LEFT is 0 or 1; input &amp; PRG32_BTN_A is 0 or 16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work as conditions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compare the mask with ==: other buttons may be held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compiler makes of an if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   prg32_input_read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   a5,a0,1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lui    s0,%hi(paddle_x)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  a5,zero,.L3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 a5,%lo(paddle_x)(s0)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   a5,a5,-3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 a5,%lo(paddle_x)(s0)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tested straight from a0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isolates the bit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 skips the body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body: lw, addi, sw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is 0x11. What is (input &amp; PRG32_BTN_A)?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0x11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ball and the collision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and decisions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 and bounce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ball_x += ball_dx;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ball_y += ball_dy;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(ball_x &lt; 0 || ball_x &gt; 312) {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320 - 8-wide ball */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ball_dx = -ball_dx;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bounce horizontally */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(ball_y &lt; 0 || ball_y &gt; 192)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ball_dy = -ball_dy;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bounce vertically */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changes by velocity each frame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means 'or'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minus reverses direction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are screen size minus object size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limits come from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54496" y="3767328"/>
            <a:ext cx="146304" cy="146304"/>
          </a:xfrm>
          <a:prstGeom prst="rect">
            <a:avLst/>
          </a:prstGeom>
          <a:solidFill>
            <a:srgbClr val="F8FC00"/>
          </a:solidFill>
          <a:ln w="12700">
            <a:solidFill>
              <a:srgbClr val="F8FC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3511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ball_x max = 312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9504" y="5449824"/>
            <a:ext cx="11704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9504" y="5193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paddle 64 wide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463040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Ball: 320 - 8 = 312 and 200 - 8 = 192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102864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Paddle: 320 - 64 = 256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42688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 in the code should always have a reason you can state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Collision: one call, one decision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(prg32_sprite_hitbox(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ball_x, ball_y, 8, 8,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paddle_x, 188, 64, 8))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ball_dy = -1;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send the ball back upward */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returns non-zero on overlap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result is used directly as the condition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-1, do not negate: one hit, one bounce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Assign, do not negate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can overlap the paddle for several frames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ball_dy = -ball_dy would flip it every frame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ball_dy = -1 is idempotent: doing it twice changes nothing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operations that are safe to repeat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frame, from state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the frame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pong_c_draw(void)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prg32_gfx_clear(PRG32_COLOR_BLACK);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prg32_gfx_rect(paddle_x, 188, 64, 8, PRG32_COLOR_WHITE);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prg32_gfx_rect(ball_x, ball_y, 8, 8, PRG32_COLOR_YELLOW);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prg32_gfx_text8(8, 96, "PONG C", PRG32_COLOR_GREEN,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PRG32_COLOR_BLACK);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first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object: one call with state and constants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colours from prg32.h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position, string, foreground, background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and draw, in 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input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to state variables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no drawing function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state variables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drawing functions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to no state variable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is the same command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 sees the .c extension and compiles it freestanding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--entry-prefix pong_c must match your function names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standard library: no printf, no malloc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helpers declared in prg32.h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three function signatures from memory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file-scope static variables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button with &amp;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312, 192, and 256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why the collision assigns instead of negating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build Pong in C, step by step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10: arrays, structs, tile maps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prg32.h: find the functions used today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9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docs/learn/tutorial_c_game.md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components/prg32/include/prg32.h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Kernighan and Ritchie, The C Programming Language, chapters 1-2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Contact: Functions, Variables, and the Game Loop in C - lecture</dc:title>
  <dc:subject>Chapter 9</dc:subject>
  <dc:creator>Playing with RISC-V (PRG32 textbook)</dc:creator>
  <cp:lastModifiedBy>Playing with RISC-V (PRG32 textbook)</cp:lastModifiedBy>
  <cp:revision>1</cp:revision>
  <dcterms:created xsi:type="dcterms:W3CDTF">2026-10-05T15:59:14Z</dcterms:created>
  <dcterms:modified xsi:type="dcterms:W3CDTF">2026-10-05T15:59:14Z</dcterms:modified>
</cp:coreProperties>
</file>