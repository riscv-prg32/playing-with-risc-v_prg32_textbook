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9427453-7695-d72c-7e95-4f671fa5a48e}">
          <p14:sldIdLst>
            <p14:sldId id="256"/>
            <p14:sldId id="257"/>
            <p14:sldId id="258"/>
            <p14:sldId id="259"/>
          </p14:sldIdLst>
        </p14:section>
        <p14:section name="State" id="{12ea336d-bf73-56d0-a484-67451e01d070}">
          <p14:sldIdLst>
            <p14:sldId id="260"/>
            <p14:sldId id="261"/>
            <p14:sldId id="262"/>
            <p14:sldId id="263"/>
            <p14:sldId id="264"/>
          </p14:sldIdLst>
        </p14:section>
        <p14:section name="Coordinates and colour" id="{2927da47-b295-24b8-75de-c2f1ad937ebe}">
          <p14:sldIdLst>
            <p14:sldId id="265"/>
            <p14:sldId id="266"/>
            <p14:sldId id="267"/>
            <p14:sldId id="268"/>
            <p14:sldId id="269"/>
          </p14:sldIdLst>
        </p14:section>
        <p14:section name="Input" id="{f9a7f9b4-02cf-c7ba-2afe-c0ac809a8eca}">
          <p14:sldIdLst>
            <p14:sldId id="270"/>
            <p14:sldId id="271"/>
            <p14:sldId id="272"/>
            <p14:sldId id="273"/>
          </p14:sldIdLst>
        </p14:section>
        <p14:section name="Three functions" id="{6187417c-4d31-7d0c-f6db-fe6c01667357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eview" id="{24e30196-3cc2-340a-a199-0cb5c777b786}">
          <p14:sldIdLst>
            <p14:sldId id="280"/>
            <p14:sldId id="281"/>
            <p14:sldId id="282"/>
            <p14:sldId id="283"/>
            <p14:sldId id="284"/>
          </p14:sldIdLst>
        </p14:section>
        <p14:section name="Closing" id="{3949ca7f-f737-44e7-6aa4-7467ebeadedb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2 of the textbook. Practical, step-by-step session: learners work at their machines; keep each step to its time box. Preparation: Squared paper, coloured pens. One printed 40 by 25 grid per pair. No computers needed until the last ten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State is exactly what changes between frames; everything else is a constant.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Set ball_dy to a negative value on a hit, do not negate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order the assembly and C tracks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2: Design Principles and the Framework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Lab: A Game on Paper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Pong into state, update rules, and draw calls before writing a line of code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 game into state variables and update rules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objects in the 320 by 200 coordinate system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RGB565 values and input bitmasks by hand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init, update, and draw as structured pseudocode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 design against the three rules for first games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419706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79491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79491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451832" y="1737360"/>
            <a:ext cx="2912791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51832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on paper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and colour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bitmasks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Pseudocode for three functions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design on paper first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that is unforgiving rewards thinking before typing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makes state visible: every variable gets a box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build exactly this design in your track's next chapters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sheets: they are the specification for your first game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the game remember between frames?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game: one-player Pong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91840" y="2377440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11296" y="23591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26080" y="5303520"/>
            <a:ext cx="1097280" cy="146304"/>
          </a:xfrm>
          <a:prstGeom prst="rect">
            <a:avLst/>
          </a:prstGeom>
          <a:solidFill>
            <a:srgbClr val="00FCF8"/>
          </a:solidFill>
          <a:ln w="12700">
            <a:solidFill>
              <a:srgbClr val="00FC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96512" y="5285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paddle moves left and right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3102864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bounces off walls and paddle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restarts if it passes the paddle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 the state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one box for every number the game must remember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box: paddle_x, ball_x, ball_y, ...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starting value in each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which ones never change: these are constants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paddle_x, ball_x, ball_y, ball_dx, ball_dy as variables; widths, heights, paddle_y, speeds as constants.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good answer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by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paddle_x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and RIGHT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ball_x, ball_y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150, 20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velocity, every frame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ball_dx, ball_dy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bounces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PADDLE_Y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PADDLE_W, PADDLE_H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60, 8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BALL_SIZE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 paddle_y a constant but paddle_x a variable?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cannot be stored in a register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paddle only moves horizontally in this design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Constants are faster to draw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forbids changing y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Coordinates and colour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you should be able to do without a computer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 the objects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squared paper, let one square be 8 by 8 pixels: the grid is 40 by 25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paddle at x 130, y 180, 60 wide, 8 high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ball at x 150, y 20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pixel coordinates of each corner of the paddle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corners at (130,180), (190,180), (130,188), (190,188). The right edge is x + w.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limits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largest paddle_x that keeps a 60-wide paddle on screen?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largest ball_y before an 8-high ball leaves the bottom?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both as formulas using the screen size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 your drawing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 max = 320 - 60 = 260. ball_y max = 200 - 8 = 192. In general: limit = screen size - object size.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RGB565 by hand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RRRRR GGGGGG BBBBB: red in bits 15-11, green in 10-5, blue in 4-0.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red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11111 000000 00000 = 0xF800.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green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 111111 00000 = 0x07E0.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= red + green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11111 111111 00000 = 0xFFE0.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 three colours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cyan (green + blue) in binary, then in hexadecimal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magenta (red + blue)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half-brightness red: red field = 10000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the constants table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 0x07FF, magenta 0xF81F, half red 0x8000.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in a 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bits you need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0000 0100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0x08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0000 1000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0001 0000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0x20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0010 0000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Encode and decode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value returned when RIGHT and B are held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value for UP, LEFT, and A together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0x12: which buttons?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0x09: which buttons? Is that physically likely?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RIGHT+B = 0x22. UP+LEFT+A = 0x15. 0x12 = RIGHT and A. 0x09 = LEFT and DOWN (a diagonal).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tests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expression that is true when LEFT is held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that is true when A or B is held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that is true only when LEFT and RIGHT are both held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== would be wrong in the first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0x01; input &amp; 0x30; (input &amp; 0x03) == 0x03. Equality fails as soon as any other button is held.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functions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pseudocode: one step from real code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template to fill 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 every variable to its starting value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read input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the paddle; keep it on screen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the ball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bounce off walls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bounce off the paddle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restart the ball if it is lost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 the screen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draw the paddle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draw the ball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changes numbers only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calls the framework only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 becomes a few instructions or one C statement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update in detail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'move the paddle' into if-statements using your masks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'keep it on screen' using your limits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'bounce off walls': which velocity changes sign at which edge?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your named state and constants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to ten precise lines, such as: if input &amp; LEFT then paddle_x = paddle_x - 4; if ball_x &lt; 0 then ball_dx = -ball_dx.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paddle bounce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call tests whether two rectangles overlap?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its eight arguments for ball and paddle, in order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ball_dy on a hit?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make one hit count several times?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prg32_sprite_hitbox(ball_x, ball_y, 8, 8, paddle_x, 180, 60, 8). On a hit ball_dy becomes negative. If the ball stays overlapped next frame it flips again: force the direction upward.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ball sticks to the paddle and jitters. Most likely cause?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paddle is drawn after the ball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ball_dy is negated on every overlapping frame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is too small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hitbox call is in draw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draw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framework calls in order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every argument, using your state and constants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call must be first, and why?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prg32_gfx_clear(BLACK); prg32_gfx_rect(paddle_x, 180, 60, 8, CYAN); prg32_gfx_rect(ball_x, ball_y, 8, 8, WHITE). Clear first, or old frames remain.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design against the rules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your build order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functions that return. Build and run.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visible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init, one rect in draw.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moves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clamp in update.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and bounces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Velocity, walls, then paddle.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Peer review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designs with another pair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variable they forgot or one limit that is off by one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thing they did better than you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the sheet with both notes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design carries two written comments from another pair.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Optional: see it run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PRG32-QT and run Pong from the Store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 until the paddle stops: does it stop where your limit says?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paddle bounce in 0.1x slow motion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game behaves as your paper design predicts, or you find out which of the two is wrong.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game's state as named variables and constants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screen limits from sizes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and decode the input bitmask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update and draw as ordered, separate steps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 incremental build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design sheets to the next lab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toolchain (Chapter 3)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track: Chapter 5. C track: Chapter 9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2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docs/learn/tutorial.md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examples/games/pong in the PRG32 repository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Lab: A Game on Paper - lab</dc:title>
  <dc:subject>Chapter 2</dc:subject>
  <dc:creator>Playing with RISC-V (PRG32 textbook)</dc:creator>
  <cp:lastModifiedBy>Playing with RISC-V (PRG32 textbook)</cp:lastModifiedBy>
  <cp:revision>1</cp:revision>
  <dcterms:created xsi:type="dcterms:W3CDTF">2026-10-05T15:59:14Z</dcterms:created>
  <dcterms:modified xsi:type="dcterms:W3CDTF">2026-10-05T15:59:14Z</dcterms:modified>
</cp:coreProperties>
</file>