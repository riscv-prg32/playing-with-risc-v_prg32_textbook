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c2c586c-7562-9820-ca06-a0dfe8b54eff}">
          <p14:sldIdLst>
            <p14:sldId id="256"/>
            <p14:sldId id="257"/>
            <p14:sldId id="258"/>
            <p14:sldId id="259"/>
          </p14:sldIdLst>
        </p14:section>
        <p14:section name="State" id="{e9f53372-c08e-b145-2838-160a1eaf31d6}">
          <p14:sldIdLst>
            <p14:sldId id="260"/>
            <p14:sldId id="261"/>
            <p14:sldId id="262"/>
            <p14:sldId id="263"/>
            <p14:sldId id="264"/>
          </p14:sldIdLst>
        </p14:section>
        <p14:section name="Coordinates and colour" id="{cf60f6e9-eea7-3016-486b-0cedfd8532ce}">
          <p14:sldIdLst>
            <p14:sldId id="265"/>
            <p14:sldId id="266"/>
            <p14:sldId id="267"/>
            <p14:sldId id="268"/>
            <p14:sldId id="269"/>
          </p14:sldIdLst>
        </p14:section>
        <p14:section name="Input" id="{f6ed390a-f646-c171-4516-758a857261e7}">
          <p14:sldIdLst>
            <p14:sldId id="270"/>
            <p14:sldId id="271"/>
            <p14:sldId id="272"/>
            <p14:sldId id="273"/>
          </p14:sldIdLst>
        </p14:section>
        <p14:section name="Three functions" id="{1c9512bf-cd2e-78d0-b575-a61befa23811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view" id="{b98a3050-44da-de17-171e-20bd35f20635}">
          <p14:sldIdLst>
            <p14:sldId id="280"/>
            <p14:sldId id="281"/>
            <p14:sldId id="282"/>
            <p14:sldId id="283"/>
            <p14:sldId id="284"/>
          </p14:sldIdLst>
        </p14:section>
        <p14:section name="Closing" id="{3e77c372-c9fc-adba-88c7-9cc88e12b79e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2 of the textbook. Practical, step-by-step session: learners work at their machines; keep each step to its time box. Preparation: Squared paper, coloured pens. One printed 40 by 25 grid per pair. No computers needed until the last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State is exactly what changes between frames; everything else is a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Set ball_dy to a negative value on a hit, do not negate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order the assembly and C tracks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2: Design Principles and the Framework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Lab: A Game on Paper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Pong into state, update rules, and draw calls before writing a line of code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game into state variables and update rules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objects in the 320 by 200 coordinate system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RGB565 values and input bitmasks by hand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init, update, and draw as structured pseudocode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design against the three rules for first games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2419706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79491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79491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51832" y="1737360"/>
            <a:ext cx="2912791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1832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 paper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and colour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bitmasks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for three functions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design on paper 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is unforgiving rewards thinking before typing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makes state visible: every variable gets a box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build exactly this design in your track's next chapters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sheets: they are the specification for your first game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game remember between frames?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game: one-player Pong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2377440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11296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5303520"/>
            <a:ext cx="1097280" cy="146304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96512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paddle moves left and right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102864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bounces off walls and paddle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restarts if it passes the paddle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one box for every number the game must remember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box: paddle_x, ball_x, ball_y, ...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starting value in each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which ones never change: these are constants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paddle_x, ball_x, ball_y, ball_dx, ball_dy as variables; widths, heights, paddle_y, speeds as constants.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good answer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by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paddle_x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and 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ball_x, ball_y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150, 20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velocity, every frame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ball_dx, ball_dy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bounces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PADDLE_Y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PADDLE_W, PADDLE_H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60, 8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BALL_SIZE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paddle_y a constant but paddle_x a variable?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cannot be stored in a register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only moves horizontally in this design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are faster to draw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forbids changing 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Coordinates and colour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you should be able to do without a computer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the objects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squared paper, let one square be 8 by 8 pixels: the grid is 40 by 25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paddle at x 130, y 180, 60 wide, 8 high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ball at x 150, y 20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pixel coordinates of each corner of the paddle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corners at (130,180), (190,180), (130,188), (190,188). The right edge is x + 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limits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largest paddle_x that keeps a 60-wide paddle on screen?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largest ball_y before an 8-high ball leaves the bottom?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 as formulas using the screen size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your drawing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 max = 320 - 60 = 260. ball_y max = 200 - 8 = 192. In general: limit = screen size - object size.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RGB565 by hand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RRRRR GGGGGG BBBBB: red in bits 15-11, green in 10-5, blue in 4-0.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11111 000000 00000 = 0xF800.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green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00000 111111 00000 = 0x07E0.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red + green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11111 111111 00000 = 0xFFE0.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three colours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cyan (green + blue) in binary, then in hexadecimal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magenta (red + blue)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half-brightness red: red field = 10000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constants table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0x07FF, magenta 0xF81F, half red 0x8000.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in a register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bits you need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0x08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0x20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and decode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value returned when RIGHT and B are held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value for UP, LEFT, and A together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0x12: which buttons?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0x09: which buttons? Is that physically likely?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RIGHT+B = 0x22. UP+LEFT+A = 0x15. 0x12 = RIGHT and A. 0x09 = LEFT and DOWN (a diagonal).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tests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expression that is true when LEFT is held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that is true when A or B is held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that is true only when LEFT and RIGHT are both held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== would be wrong in the first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0x01; input &amp; 0x30; (input &amp; 0x03) == 0x03. Equality fails as soon as any other button is held.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functions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pseudocode: one step from real code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template to fill 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every variable to its starting value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input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the paddle; keep it on screen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the ball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bounce off walls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bounce off the paddle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 the ball if it is lost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 the screen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 the paddle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 the ball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changes numbers only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calls the framework only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becomes a few instructions or one C statement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update in detail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'move the paddle' into if-statements using your masks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'keep it on screen' using your limits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'bounce off walls': which velocity changes sign at which edge?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your named state and constants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 ten precise lines, such as: if input &amp; LEFT then paddle_x = paddle_x - 4; if ball_x &lt; 0 then ball_dx = -ball_dx.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paddle bounce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call tests whether two rectangles overlap?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its eight arguments for ball and paddle, in order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ball_dy on a hit?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make one hit count several times?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prg32_sprite_hitbox(ball_x, ball_y, 8, 8, paddle_x, 180, 60, 8). On a hit ball_dy becomes negative. If the ball stays overlapped next frame it flips again: force the direction upward.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ball sticks to the paddle and jitters. Most likely cause?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is drawn after the ball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is negated on every overlapping frame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is too small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hitbox call is in draw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draw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framework calls in order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argument, using your state and constants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call must be first, and why?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prg32_gfx_clear(BLACK); prg32_gfx_rect(paddle_x, 180, 60, 8, CYAN); prg32_gfx_rect(ball_x, ball_y, 8, 8, WHITE). Clear first, or old frames remain.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design against the rules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build order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 that return. Build and run.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visible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init, one rect in draw.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moves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clamp in update.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bounces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walls, then paddle.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review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designs with another pair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variable they forgot or one limit that is off by one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thing they did better than you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sheet with both notes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 carries two written comments from another pair.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Optional: see it 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PRG32-QT and run Pong from the Store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until the paddle stops: does it stop where your limit says?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paddle bounce in 0.1x slow motion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game behaves as your paper design predicts, or you find out which of the two is wrong.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game's state as named variables and constants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screen limits from sizes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the input bitmask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update and draw as ordered, separate steps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incremental build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design sheets to the next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toolchain (Chapter 3)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track: Chapter 5. C track: Chapter 9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2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docs/learn/tutorial.md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examples/games/pong in the PRG32 repository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Lab: A Game on Paper - lab</dc:title>
  <dc:subject>Chapter 2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