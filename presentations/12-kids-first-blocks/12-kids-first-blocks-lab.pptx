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5059de5-d674-b39b-ddc6-3b32bbdc5e22}">
          <p14:sldIdLst>
            <p14:sldId id="256"/>
            <p14:sldId id="257"/>
            <p14:sldId id="258"/>
            <p14:sldId id="259"/>
          </p14:sldIdLst>
        </p14:section>
        <p14:section name="Open and create" id="{d58ac34c-e568-e39e-211e-39028e09a975}">
          <p14:sldIdLst>
            <p14:sldId id="260"/>
            <p14:sldId id="261"/>
            <p14:sldId id="262"/>
          </p14:sldIdLst>
        </p14:section>
        <p14:section name="Get ready" id="{597ab14a-c1f6-96a0-f7b6-86ea0ce3ea4f}">
          <p14:sldIdLst>
            <p14:sldId id="263"/>
            <p14:sldId id="264"/>
            <p14:sldId id="265"/>
            <p14:sldId id="266"/>
          </p14:sldIdLst>
        </p14:section>
        <p14:section name="Draw" id="{2370b30a-a78b-2b03-2702-87dab30ffaea}">
          <p14:sldIdLst>
            <p14:sldId id="267"/>
            <p14:sldId id="268"/>
            <p14:sldId id="269"/>
            <p14:sldId id="270"/>
            <p14:sldId id="271"/>
          </p14:sldIdLst>
        </p14:section>
        <p14:section name="Change one thing" id="{0f166114-c6c4-dbc3-7889-7749e565b8ee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hallenge" id="{fa7aa65e-a69f-9f65-5a22-665478b0e10d}">
          <p14:sldIdLst>
            <p14:sldId id="280"/>
            <p14:sldId id="281"/>
            <p14:sldId id="282"/>
            <p14:sldId id="283"/>
            <p14:sldId id="284"/>
          </p14:sldIdLst>
        </p14:section>
        <p14:section name="Closing" id="{7b5b4efe-be81-6772-0d3e-714061899e6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12 of the textbook. Practical, step-by-step session: learners work at their machines; keep each step to its time box. Preparation: Construction Kit running; address written on the board. Pupils in pairs: one driver, one navigator, swapping at each step. Reference: first_square.blocks.json.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It was set to 152.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Far right (big x), top (y =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12: Your First Blocks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1 Workshop: A Square on the Screen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project, build the blocks, press Play, then change one thing at a time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children aged 7 and over, led by a teacher (read aloud for the youngest)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new project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start blocks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draw blocks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and see your square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numbers and say what happens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12204" y="1737360"/>
            <a:ext cx="118699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2204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44917" y="1737360"/>
            <a:ext cx="365241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44917" y="1737360"/>
            <a:ext cx="3652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create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 blocks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blocks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Play!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friends, one computer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uses the mouse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navigator reads the step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after every step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and create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project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Kit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 browser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from the board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toolbox, the workspace and the game screen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 Kit home page, with a New Project button.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Project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title: First Square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workspace and a black game screen.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 blocks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67233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player_x to 152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player_y to 92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Game drawer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Drag: when game starts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State drawer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two set blocks inside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start 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'when game starts' into the workspace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in a 'set' block; change it to player_x and 152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in another: player_y and 92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block with two purple blocks inside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number is in the box player_x now?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paint blocks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 BLACK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5312664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player_x y player_y w 16 h 16 color YELLOW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text HELLO PRG32 at x 8 y 8 fg GREEN bg BLACK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Drag: every frame draw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44693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Drawing drawer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430829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clear screen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414723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draw rectangle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539861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draw text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draw 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'every frame draw' into the workspace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in 'clear screen' and choose BLACK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in 'draw rectangle': type player_x, player_y, 16, 16, YELLOW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in 'draw text': HELLO PRG32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yellow block with three blue-green blocks inside.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and Play!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Play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game screen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square in the middle of a black screen and green words at the top. You made that!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yours look like this?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8416" y="3694176"/>
            <a:ext cx="292608" cy="292608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157984"/>
            <a:ext cx="1609344" cy="146304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square in the middle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10286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words at the top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4742688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not: read your numbers aloud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thing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programmers experiment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of 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number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think will happen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Reset, then Play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it left and right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to 0. Reset and Play.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player_x to 304. Reset and Play.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back to 152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 the square sits at the left edge. At 304 it touches the right edge.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it up and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player_y to 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player_y to 184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at the bottom?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the top. 184 is the bottom. Bigger y is lower.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put the square in the top right corner we need...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0, y 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304, y 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0, y 184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304, y 184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shape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 64 and h 8. What shape is it?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 8 and h 64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different colour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flat bar, then a tall thin bar.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words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HELLO PRG32 to your team name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text: change its x and 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its colour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words, where you want them.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Oops on purpose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'clear screen' so it is UNDER the rectangle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Play. Where is the square?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back on top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is gone! The computer drew it, then painted black over it. Order matters.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picture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a house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'draw rectangle' blocks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square for the walls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one for the door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 the windows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made of rectangles. Every pair's house is different.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3474720"/>
            <a:ext cx="1828800" cy="1645920"/>
          </a:xfrm>
          <a:prstGeom prst="rect">
            <a:avLst/>
          </a:prstGeom>
          <a:solidFill>
            <a:srgbClr val="F8A400"/>
          </a:solidFill>
          <a:ln w="12700">
            <a:solidFill>
              <a:srgbClr val="F8A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4389120"/>
            <a:ext cx="402336" cy="731520"/>
          </a:xfrm>
          <a:prstGeom prst="rect">
            <a:avLst/>
          </a:prstGeom>
          <a:solidFill>
            <a:srgbClr val="0000F8"/>
          </a:solidFill>
          <a:ln w="12700">
            <a:solidFill>
              <a:srgbClr val="000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79776" y="3767328"/>
            <a:ext cx="402336" cy="402336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67328" y="3767328"/>
            <a:ext cx="402336" cy="402336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120640"/>
            <a:ext cx="5852160" cy="548640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Walls: x 110, y 80, w 100, h 90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Door: x 150, y 130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Grass: x 0, y 170, w 320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15264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can be different!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and tell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picture to another pair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one number you changed and what it did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explains one change in their own words.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 it!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a project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start blocks and draw blocks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pressed Play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moved a square with numbers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fixed a bug on purpose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time, and for grown-ups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make the square MOVE with the buttons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project: we will open it again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dream game on paper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grown-ups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Part IV (pupil chapters) and Chapter 15 (teacher's guide)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Construction Kit: github.com/riscv-prg32/PRG32-Construction-Kit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projects: examples/blocks_first_steps/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Unplugged activities (Bell et al.)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1 Workshop: A Square on the Screen - lab</dc:title>
  <dc:subject>Chapter 12</dc:subject>
  <dc:creator>Playing with RISC-V (PRG32 textbook)</dc:creator>
  <cp:lastModifiedBy>Playing with RISC-V (PRG32 textbook)</cp:lastModifiedBy>
  <cp:revision>1</cp:revision>
  <dcterms:created xsi:type="dcterms:W3CDTF">2026-10-05T08:18:07Z</dcterms:created>
  <dcterms:modified xsi:type="dcterms:W3CDTF">2026-10-05T08:18:07Z</dcterms:modified>
</cp:coreProperties>
</file>