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543a6b2-6b52-ca3f-6bf5-0babf4f722ed}">
          <p14:sldIdLst>
            <p14:sldId id="256"/>
            <p14:sldId id="257"/>
            <p14:sldId id="258"/>
            <p14:sldId id="259"/>
          </p14:sldIdLst>
        </p14:section>
        <p14:section name="Open and create" id="{bbbc9eb9-e1a4-e494-942f-f33a98279be9}">
          <p14:sldIdLst>
            <p14:sldId id="260"/>
            <p14:sldId id="261"/>
            <p14:sldId id="262"/>
          </p14:sldIdLst>
        </p14:section>
        <p14:section name="Get ready" id="{03e87b24-9d73-ac54-814d-dc39c09a1269}">
          <p14:sldIdLst>
            <p14:sldId id="263"/>
            <p14:sldId id="264"/>
            <p14:sldId id="265"/>
            <p14:sldId id="266"/>
          </p14:sldIdLst>
        </p14:section>
        <p14:section name="Draw" id="{034a6b0e-765a-a2ce-3189-1ecc26ebcc69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Change one thing" id="{511701c0-9b33-66fa-db0b-941710f20810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Challenge" id="{31506338-fd8b-4030-b4f2-68c59a6adbbb}">
          <p14:sldIdLst>
            <p14:sldId id="281"/>
            <p14:sldId id="282"/>
            <p14:sldId id="283"/>
            <p14:sldId id="284"/>
            <p14:sldId id="285"/>
          </p14:sldIdLst>
        </p14:section>
        <p14:section name="Closing" id="{57032f10-8d8b-4bbb-c215-b0511193398c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12 of the textbook. Practical, step-by-step session: learners work at their machines; keep each step to its time box. Preparation: Construction Kit running; address written on the board. Pupils in pairs: one driver, one navigator, swapping at each step. Reference: first_square.blocks.json.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It was set to 152.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Far right (big x), top (y =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12: Your First Blocks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12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 1 Workshop: A Square on the Screen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project, build the blocks, press Play, then change one thing at a time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children aged 7 and over, led by a teacher (read aloud for the youngest)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you will learn 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new project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start blocks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draw blocks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Play and see your square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numbers and say what happens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46778" y="1737360"/>
            <a:ext cx="2419706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46778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712204" y="1737360"/>
            <a:ext cx="118699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2204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944917" y="1737360"/>
            <a:ext cx="365241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44917" y="1737360"/>
            <a:ext cx="36524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and create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ready blocks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blocks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Play!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work today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friends, one computer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driver uses the mouse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navigator reads the step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after every step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and create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project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Kit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web browser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address from the board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toolbox, the workspace and the game screen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Construction Kit home page, with a New Project button.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your project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New Project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title: First Square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Create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workspace and a black game screen.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ready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 blocks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game starts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672334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player_x to 152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player_y to 92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Game drawer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722376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2692908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Drag: when game starts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22376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3922776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State drawer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5152644"/>
            <a:ext cx="368777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two set blocks inside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start blocks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'when game starts' into the workspace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in a 'set' block; change it to player_x and 152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in another: player_y and 92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yellow block with two purple blocks inside it.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number is in the box player_x now?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paint blocks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30936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322576" cy="566928"/>
          </a:xfrm>
          <a:prstGeom prst="roundRect">
            <a:avLst>
              <a:gd name="adj" fmla="val 16129"/>
            </a:avLst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 draw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286000"/>
            <a:ext cx="2555748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screen BLACK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926080"/>
            <a:ext cx="5312664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rectangle x player_x y player_y w 16 h 16 color YELLOW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3566160"/>
            <a:ext cx="5349240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127000" rIns="10160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text HELLO PRG32 at x 8 y 8 fg GREEN bg BLACK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1463040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Drag: every frame draw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2446934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Drawing drawer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3430829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clear screen</a:t>
            </a:r>
            <a:endParaRPr lang="en-US" sz="25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955280" y="4414723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draw rectangle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5398618"/>
            <a:ext cx="368777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draw text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draw blocks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'every frame draw' into the workspace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in 'clear screen' and choose BLACK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in 'draw rectangle': type player_x, player_y, 16, 16, YELLOW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 in 'draw text': HELLO PRG32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8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yellow block with three blue-green blocks inside.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 and Play!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Save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Play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game screen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yellow square in the middle of a black screen and green words at the top. You made that!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yours look like this?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28416" y="3694176"/>
            <a:ext cx="292608" cy="292608"/>
          </a:xfrm>
          <a:prstGeom prst="rect">
            <a:avLst/>
          </a:prstGeom>
          <a:solidFill>
            <a:srgbClr val="F8FC00"/>
          </a:solidFill>
          <a:ln w="12700">
            <a:solidFill>
              <a:srgbClr val="F8FC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4944" y="2157984"/>
            <a:ext cx="1609344" cy="146304"/>
          </a:xfrm>
          <a:prstGeom prst="rect">
            <a:avLst/>
          </a:prstGeom>
          <a:solidFill>
            <a:srgbClr val="00FC00"/>
          </a:solidFill>
          <a:ln w="12700">
            <a:solidFill>
              <a:srgbClr val="00FC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589520" y="1463040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square in the middle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3102864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words at the top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4742688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not: read your numbers aloud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thing</a:t>
            </a:r>
            <a:endParaRPr lang="en-US" sz="3000" dirty="0"/>
          </a:p>
        </p:txBody>
      </p:sp>
      <p:pic>
        <p:nvPicPr>
          <p:cNvPr id="3" name="Image 0" descr="First Square, built from the Kit's generated C and run on the PRG32 runti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4008" y="1463040"/>
            <a:ext cx="6583680" cy="41148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Square, built from the Kit's generated C and run on the PRG32 runtime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one thing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programmers experiment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 of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number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you think will happen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Reset, then Play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 you right?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it left and right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player_x to 0. Reset and Play.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player_x to 304. Reset and Play.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it back to 152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0 the square sits at the left edge. At 304 it touches the right edge.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it up and down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player_y to 0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player_y to 184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is at the bottom?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is the top. 184 is the bottom. Bigger y is lower.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question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put the square in the top right corner we need...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0, y 0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304, y 0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0, y 184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304, y 184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shape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w 64 and h 8. What shape is it?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w 8 and h 64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 different colour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8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wide flat bar, then a tall thin bar.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words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HELLO PRG32 to your team name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text: change its x and y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its colour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9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words, where you want them.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Oops on purpose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'clear screen' so it is UNDER the rectangle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Play. Where is the square?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back on top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10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square is gone! The computer drew it, then painted black over it. Order matters.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B9A4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picture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 a house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more 'draw rectangle' blocks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 square for the walls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one for the door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for the windows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11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8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house made of rectangles. Every pair's house is different.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idea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0" y="3474720"/>
            <a:ext cx="1828800" cy="1645920"/>
          </a:xfrm>
          <a:prstGeom prst="rect">
            <a:avLst/>
          </a:prstGeom>
          <a:solidFill>
            <a:srgbClr val="F8A400"/>
          </a:solidFill>
          <a:ln w="12700">
            <a:solidFill>
              <a:srgbClr val="F8A4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1840" y="4389120"/>
            <a:ext cx="402336" cy="731520"/>
          </a:xfrm>
          <a:prstGeom prst="rect">
            <a:avLst/>
          </a:prstGeom>
          <a:solidFill>
            <a:srgbClr val="0000F8"/>
          </a:solidFill>
          <a:ln w="12700">
            <a:solidFill>
              <a:srgbClr val="0000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9776" y="3767328"/>
            <a:ext cx="402336" cy="402336"/>
          </a:xfrm>
          <a:prstGeom prst="rect">
            <a:avLst/>
          </a:prstGeom>
          <a:solidFill>
            <a:srgbClr val="00FCF8"/>
          </a:solidFill>
          <a:ln w="12700">
            <a:solidFill>
              <a:srgbClr val="00FC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67328" y="3767328"/>
            <a:ext cx="402336" cy="402336"/>
          </a:xfrm>
          <a:prstGeom prst="rect">
            <a:avLst/>
          </a:prstGeom>
          <a:solidFill>
            <a:srgbClr val="00FCF8"/>
          </a:solidFill>
          <a:ln w="12700">
            <a:solidFill>
              <a:srgbClr val="00FC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5120640"/>
            <a:ext cx="5852160" cy="548640"/>
          </a:xfrm>
          <a:prstGeom prst="rect">
            <a:avLst/>
          </a:prstGeom>
          <a:solidFill>
            <a:srgbClr val="00FC00"/>
          </a:solidFill>
          <a:ln w="12700">
            <a:solidFill>
              <a:srgbClr val="00FC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1463040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Walls: x 110, y 80, w 100, h 90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2692908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Door: x 150, y 130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3922776"/>
            <a:ext cx="405353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Grass: x 0, y 170, w 320</a:t>
            </a:r>
            <a:endParaRPr lang="en-US" sz="27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5152644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Yours can be different!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and tell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Save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your picture to another pair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them one number you changed and what it did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see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pair explains one change in their own words.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did it!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made a project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built start blocks and draw blocks</a:t>
            </a:r>
            <a:endParaRPr lang="en-US" sz="2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pressed Play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moved a square with numbers</a:t>
            </a:r>
            <a:endParaRPr lang="en-US" sz="2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fixed a bug on purpose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time, and for grown-ups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time: make the square MOVE with the buttons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project: we will open it again</a:t>
            </a:r>
            <a:endParaRPr lang="en-US" sz="2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your dream game on paper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grown-ups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Part IV (pupil chapters) and Chapter 15 (teacher's guide)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Construction Kit: github.com/riscv-prg32/PRG32-Construction-Kit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projects: examples/blocks_first_steps/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Unplugged activities (Bell et al.)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Mission 1 Workshop: A Square on the Screen - lab</dc:title>
  <dc:subject>Chapter 12</dc:subject>
  <dc:creator>Playing with RISC-V (PRG32 textbook)</dc:creator>
  <cp:lastModifiedBy>Playing with RISC-V (PRG32 textbook)</cp:lastModifiedBy>
  <cp:revision>1</cp:revision>
  <dcterms:created xsi:type="dcterms:W3CDTF">2026-10-05T15:40:33Z</dcterms:created>
  <dcterms:modified xsi:type="dcterms:W3CDTF">2026-10-05T15:40:33Z</dcterms:modified>
</cp:coreProperties>
</file>