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7356845-10d7-af6d-3799-59f7c115f10c}">
          <p14:sldIdLst>
            <p14:sldId id="256"/>
            <p14:sldId id="257"/>
            <p14:sldId id="258"/>
            <p14:sldId id="259"/>
          </p14:sldIdLst>
        </p14:section>
        <p14:section name="The Robot game" id="{64b1cb25-a21c-7542-e327-a0b4e233e12e}">
          <p14:sldIdLst>
            <p14:sldId id="260"/>
            <p14:sldId id="261"/>
            <p14:sldId id="262"/>
          </p14:sldIdLst>
        </p14:section>
        <p14:section name="What is a program?" id="{6a622685-94ce-6991-3487-2d4a4c5baa6d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he screen is a grid" id="{5ed5e40e-8a1a-6388-8ee0-fafe54dbb439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hree big blocks" id="{94865220-ca9b-5c71-96dc-ffe4aac737fa}">
          <p14:sldIdLst>
            <p14:sldId id="275"/>
            <p14:sldId id="276"/>
            <p14:sldId id="277"/>
            <p14:sldId id="278"/>
            <p14:sldId id="279"/>
          </p14:sldIdLst>
        </p14:section>
        <p14:section name="Boxes with names" id="{9e292ef1-9232-26bc-c006-f9a00ded1d8c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d4055b6f-70de-8370-4af6-35d91f3e6d8f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12 of the textbook. Front lecture: about 45 minutes including the questions. Preparation: Start with the unplugged Robot game: clear some floor space. Have the Construction Kit open on the projector with an empty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twice. The second time, let the robot be very literal: it walks into a chair if nobody says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Link back to the Robot game: your spoken orders were a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 child to point to where x is 0 and y is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Have the class point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Bigger y is lower.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Starts runs once; the other two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real box and number cards. Putting in a new card replaces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12: Your First Blocks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12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1: Your First Blocks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program is, where things go on the screen, and the three big blocks of every game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a program is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place on the screen with x and y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three big blocks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a variable is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computer to draw a square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520980" y="1737360"/>
            <a:ext cx="1680078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2098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game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program?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a grid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big blocks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with names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become a programmer.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programmer tells a computer exactly what to do.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Robot game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computers yet!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play Robot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robot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friend is the robot. Robots only do what they are told.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orders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forward. Turn left. Pick up the pencil.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goal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your robot from the door to the window.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we find out?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does not guess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of the instructions matters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forget one step, it goes wrong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fix it by changing the instructions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program?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for a computer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words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instructions for a computer.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writes the program. Today: you.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mistake in a program. Everybody makes them.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Computers are fast, not clever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computer follows instructions one after another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exactly what they say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guesses what you meant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do it millions of times without getting tired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program?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of robot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instructions for a computer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controller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Construction Kit</a:t>
            </a:r>
            <a:endParaRPr lang="en-US" sz="3000" dirty="0"/>
          </a:p>
        </p:txBody>
      </p:sp>
      <p:pic>
        <p:nvPicPr>
          <p:cNvPr id="3" name="Image 0" descr="Blocks on the left, the game screen and game pad on the 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5739" y="1463040"/>
            <a:ext cx="7980218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on the left, the game screen and game pad on the right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places to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blocks live, sorted by colour.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area where you build.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screen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your game appears.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Play, Step, Reset.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screen is a grid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dot has an address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Pixels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x=0 y=0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767328" y="3694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x=152 y=92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5376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x=319 y=199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made of tiny squares called pixels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across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474268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down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numbers find any place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across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to the right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is the left edge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319 is the right edge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x: more to the right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y: down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down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is the top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 is the bottom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y: lower!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y is LOWER.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game screen, counting starts at the top and goes down, like reading a page.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is x = 0, y = 0?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left corner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left corner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right corner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square is at y = 50. We change y to 150. The square moves...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big blocks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has them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big yellow blocks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Starts: runs one time. Get ready!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3102864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runs again and again. Change things!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42688"/>
            <a:ext cx="368777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runs again and again. Paint the picture!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is a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cartoon: many pictures, very fast. Each picture is called a frame.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frame?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is one picture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cartoon shows many pictures quickly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does the same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pictures, the game changes its numbers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block runs only ONE time?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update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 with names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game remembers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variable is a box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name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player_x. You choose the name.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holds one number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152.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change it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new number in. The old one is gone.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Set: put a number in the box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player_x to 152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player_y to 92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blocks are for variables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puts a number in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player_x is how far across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player_y is how far down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Draw: paint with the numbers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 BLACK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5312664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player_x y player_y w 16 h 16 color YELLOW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Blue-green blocks draw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clean the screen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draw a rectangle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is how wide, h is how high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computer paints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8416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1463040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black screen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square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3922776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wide and 16 high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515264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x 152, y 92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clear the screen first?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paints on top of the old picture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never clean, old drawings stay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clear first, then draw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matters, just like for the robot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know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is a list of instructions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goes across, y goes down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Starts, update, draw: the three big blocks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is a box with a name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first, then draw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it for real on the computers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what would YOU like to draw with rectangles?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Robot game to someone at home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 1: Your First Blocks - lecture</dc:title>
  <dc:subject>Chapter 12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