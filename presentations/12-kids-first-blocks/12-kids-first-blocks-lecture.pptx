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0084666-0a2a-8baf-eb6f-2911c50c8c46}">
          <p14:sldIdLst>
            <p14:sldId id="256"/>
            <p14:sldId id="257"/>
            <p14:sldId id="258"/>
            <p14:sldId id="259"/>
          </p14:sldIdLst>
        </p14:section>
        <p14:section name="The Robot game" id="{3069ef9f-739e-0725-f464-2a5d17febadf}">
          <p14:sldIdLst>
            <p14:sldId id="260"/>
            <p14:sldId id="261"/>
            <p14:sldId id="262"/>
          </p14:sldIdLst>
        </p14:section>
        <p14:section name="What is a program?" id="{3171df06-0279-ae71-ea17-39c929eb4bc3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The screen is a grid" id="{1132ef3f-04db-b345-100d-c4fc9bd8b023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Three big blocks" id="{f3961ad1-a9cc-2631-f641-a857f7a97689}">
          <p14:sldIdLst>
            <p14:sldId id="275"/>
            <p14:sldId id="276"/>
            <p14:sldId id="277"/>
            <p14:sldId id="278"/>
            <p14:sldId id="279"/>
          </p14:sldIdLst>
        </p14:section>
        <p14:section name="Boxes with names" id="{f08af637-4316-4fbf-4146-96b2c8f882e6}">
          <p14:sldIdLst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Closing" id="{a477185f-406f-080f-8b56-6117a077ce92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12 of the textbook. Front lecture: about 45 minutes including the questions. Preparation: Start with the unplugged Robot game: clear some floor space. Have the Construction Kit open on the projector with an empty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twice. The second time, let the robot be very literal: it walks into a chair if nobody says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Link back to the Robot game: your spoken orders were a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child to point to where x is 0 and y is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Have the class point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Bigger y is lower.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Starts runs once; the other two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real box and number cards. Putting in a new card replaces the old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12: Your First Blocks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1: Your First Blocks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program is, where things go on the screen, and the three big blocks of every game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children aged 7 and over, led by a teacher (read aloud for the youngest)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will learn 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a program is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place on the screen with x and y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three big blocks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a variable is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computer to draw a square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20980" y="1737360"/>
            <a:ext cx="1680078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20980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46778" y="1737360"/>
            <a:ext cx="2419706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46778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12204" y="1737360"/>
            <a:ext cx="2419706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12204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77630" y="1737360"/>
            <a:ext cx="2419706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7630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game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program?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 a grid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big blocks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with names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 become a programmer.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programmer tells a computer exactly what to do.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Robot game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computers yet!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play Robot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86229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robot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friend is the robot. Robots only do what they are told.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03646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3938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2152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orders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forward. Turn left. Pick up the pencil.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871765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9237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56826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goal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robot from the door to the window.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find out?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does not guess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the instructions matters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forget one step, it goes wrong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fix it by changing the instructions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program?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for a computer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new words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instructions for a computer.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writes the program. Today: you.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mistake in a program. Everybody makes them.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Computers are fast, not clever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follows instructions one after another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exactly what they say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guesses what you meant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do it millions of times without getting tired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program?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kind of robot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instructions for a computer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controller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Construction Kit</a:t>
            </a:r>
            <a:endParaRPr lang="en-US" sz="3000" dirty="0"/>
          </a:p>
        </p:txBody>
      </p:sp>
      <p:pic>
        <p:nvPicPr>
          <p:cNvPr id="3" name="Image 0" descr="Blocks on the left, the game screen and game pad on the 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739" y="1463040"/>
            <a:ext cx="7980218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on the left, the game screen and game pad on the right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places to know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blocks live, sorted by colour.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area where you build.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screen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game appears.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Play, Step, Reset.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screen is a grid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dot has an address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x=0 y=0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28416" y="3694176"/>
            <a:ext cx="292608" cy="292608"/>
          </a:xfrm>
          <a:prstGeom prst="rect">
            <a:avLst/>
          </a:prstGeom>
          <a:solidFill>
            <a:srgbClr val="F8FC00"/>
          </a:solidFill>
          <a:ln w="12700">
            <a:solidFill>
              <a:srgbClr val="F8FC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67328" y="3694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x=152 y=92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x=319 y=199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463040"/>
            <a:ext cx="405353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is made of tiny squares called pixels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102864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across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74268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down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numbers find any place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across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to the right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is the left edge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is the right edge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x: more to the right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down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down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is the top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is the bottom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y: lower!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y is LOWER.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game screen, counting starts at the top and goes down, like reading a page.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x = 0, y = 0?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middle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left corner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left corner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right corner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square is at y = 50. We change y to 150. The square moves...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big blocks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game has them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big yellow blocks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game starts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draw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463040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Starts: runs one time. Get ready!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3102864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runs again and again. Change things!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42688"/>
            <a:ext cx="3687775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runs again and again. Paint the picture!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 is a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cartoon: many pictures, very fast. Each picture is called a frame.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frame?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 is one picture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cartoon shows many pictures quickly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does the same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pictures, the game changes its numbers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block runs only ONE time?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update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draw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game starts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B9A4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Boxes with names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game remembers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variable is a box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 name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player_x. You choose the name.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one number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152.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change it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new number in. The old one is gone.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Set: put a number in the box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game starts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672334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player_x to 152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player_y to 92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blocks are for variables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692908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puts a number in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922776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player_x is how far across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player_y is how far down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Draw: paint with the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322576" cy="566928"/>
          </a:xfrm>
          <a:prstGeom prst="roundRect">
            <a:avLst>
              <a:gd name="adj" fmla="val 16129"/>
            </a:avLst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draw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286000"/>
            <a:ext cx="2555748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screen BLACK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926080"/>
            <a:ext cx="5312664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127000" rIns="10160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rectangle x player_x y player_y w 16 h 16 color YELLOW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463040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blocks draw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692908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clean the screen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3922776"/>
            <a:ext cx="3687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draw a rectangle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5152644"/>
            <a:ext cx="368777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is how wide, h is how high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computer paints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8416" y="3694176"/>
            <a:ext cx="292608" cy="292608"/>
          </a:xfrm>
          <a:prstGeom prst="rect">
            <a:avLst/>
          </a:prstGeom>
          <a:solidFill>
            <a:srgbClr val="F8FC00"/>
          </a:solidFill>
          <a:ln w="12700">
            <a:solidFill>
              <a:srgbClr val="F8FC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463040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black screen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69290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yellow square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3922776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wide and 16 high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5152644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x 152, y 92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clear the screen first?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paints on top of the old picture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never clean, old drawings stay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clear first, then draw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matters, just like for the robot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know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is a list of instructions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goes across, y goes down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Starts, update, draw: the three big blocks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box with a name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first, then draw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time, and for grown-ups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it for real on the computers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what would YOU like to draw with rectangles?</a:t>
            </a:r>
            <a:endParaRPr lang="en-US" sz="2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Robot game to someone at home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grown-ups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Part IV (pupil chapters) and Chapter 15 (teacher's guide)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Construction Kit: github.com/riscv-prg32/PRG32-Construction-Kit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projects: examples/blocks_first_steps/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Unplugged activities (Bell et al.)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Mission 1: Your First Blocks - lecture</dc:title>
  <dc:subject>Chapter 12</dc:subject>
  <dc:creator>Playing with RISC-V (PRG32 textbook)</dc:creator>
  <cp:lastModifiedBy>Playing with RISC-V (PRG32 textbook)</cp:lastModifiedBy>
  <cp:revision>1</cp:revision>
  <dcterms:created xsi:type="dcterms:W3CDTF">2026-10-05T15:40:33Z</dcterms:created>
  <dcterms:modified xsi:type="dcterms:W3CDTF">2026-10-05T15:40:33Z</dcterms:modified>
</cp:coreProperties>
</file>