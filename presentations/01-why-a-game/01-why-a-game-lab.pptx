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c78db4f-7ff1-bca0-03db-085d8e2370c1}">
          <p14:sldIdLst>
            <p14:sldId id="256"/>
            <p14:sldId id="257"/>
            <p14:sldId id="258"/>
            <p14:sldId id="259"/>
          </p14:sldIdLst>
        </p14:section>
        <p14:section name="Play" id="{7702dc21-c7e8-a264-07d0-87a7a308e52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Observe" id="{0631ccd6-f38f-7095-3d9c-9959f4478be6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xplore" id="{0cb319fc-7a35-e434-fa9d-601a175f32d3}">
          <p14:sldIdLst>
            <p14:sldId id="272"/>
            <p14:sldId id="273"/>
            <p14:sldId id="274"/>
            <p14:sldId id="275"/>
          </p14:sldIdLst>
        </p14:section>
        <p14:section name="Read" id="{f53ad6bb-6bb6-e10e-7ff4-cc135b68bd6b}">
          <p14:sldIdLst>
            <p14:sldId id="276"/>
            <p14:sldId id="277"/>
            <p14:sldId id="278"/>
            <p14:sldId id="279"/>
            <p14:sldId id="280"/>
          </p14:sldIdLst>
        </p14:section>
        <p14:section name="Reflect" id="{22434185-d123-fc18-0cdd-e1471993b680}">
          <p14:sldIdLst>
            <p14:sldId id="281"/>
            <p14:sldId id="282"/>
            <p14:sldId id="283"/>
            <p14:sldId id="284"/>
          </p14:sldIdLst>
        </p14:section>
        <p14:section name="Closing" id="{6dabca78-d8d2-781a-559e-766d168f9fd2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 of the textbook. Practical, step-by-step session: learners work at their machines; keep each step to its time box. Preparation: PRG32-QT installed on lab machines, or a projector running it; network access to the public Cartridge Store and to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colophon is a JSON block in the cartridge's metadata trailer: credits, licence,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explain registers yet; the aim is to see that a game is a sequence of small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The debugger steps single RV32IMAC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examples/asm_first_contact/hello_world_asm.S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should recognise shapes, not understand every line.
Source: examples/asm_graphics_game/hello_world_graphics.S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1: Why a Game, Why RISC-V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 Lab: Meet the Platform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cartridge, find the frame loop, read your first RISC-V listing; no toolchain required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published cartridge and describe what it does frame by frame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init, update, and draw in a real source file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PRG32 repository and its documentation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short RISC-V listing and predict its effect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one question you want this course to answer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a cartridge from the Store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Observe: the frame loop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the repository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first RISC-V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pairs: one drives, one reads the slide; swap every step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has a time box and an expected result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result differs, stop and find out why before moving 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answers in your lab notebook: you will reuse them in Chapter 2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from the public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PRG32-QT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PRG32-QT on your machine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Setup screen and the Cartridge Store entry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and read the three performance profiles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 screen of the application, with a Store browser. Settings shows Accurate, Optimal, and Unlimited.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Cartridge Store inside PRG32-QT</a:t>
            </a:r>
            <a:endParaRPr lang="en-US" sz="3000" dirty="0"/>
          </a:p>
        </p:txBody>
      </p:sp>
      <p:pic>
        <p:nvPicPr>
          <p:cNvPr id="3" name="Image 0" descr="Browsing the public catalogue; downloads are architecture-a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8032" y="1463040"/>
            <a:ext cx="5955632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the public catalogue; downloads are architecture-aware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and run a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catalogue and pick an arcade game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its page: read the summary, authors, and version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it and choose Run Cartridge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two minutes with the arrow keys, Z, and X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colophon (credits and controls) appears first, then the game runs in a 320 by 200 viewport.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on a keyboard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 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keys or W A S 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or J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or 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 or Space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game started you saw a credits screen. What is it called?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manifest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colophon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splash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frame loop in what you just played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one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again, slowly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object that moves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one, write what changes it: a button, time, or a collision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never changes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with three columns: object, what changes it, when. This is the game's state and its update rules.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your notes onto the contract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set up once?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buttons matter?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'what changes it' column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'object' column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of your table is a line of update; every object is a call in draw.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the machine 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Settings, enable 'Run cartridges in RISC-V debug mode'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cartridge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speed to 0.1x and watch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Pause, then Step a few times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panel appears beside the game. In slow motion you can see individual frames; Step executes one instruction.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looking at</a:t>
            </a:r>
            <a:endParaRPr lang="en-US" sz="3000" dirty="0"/>
          </a:p>
        </p:txBody>
      </p:sp>
      <p:pic>
        <p:nvPicPr>
          <p:cNvPr id="3" name="Image 0" descr="Game, live assembly, registers, and memory in PRG32-Q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6807" y="1463040"/>
            <a:ext cx="5958081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Game, live assembly, registers, and memory in PRG32-QT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Paused in the debugger, what does one press of Step execute?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of update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RISC-V instruction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C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is part of the course material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your way around PRG32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github.com/riscv-prg32/PRG32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first screen of the README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docs/usage/getting_started.md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examples/games and count the games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what PRG32 is in one sentence and where the examples live. Each game has ascii, graphics, and c versions.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things are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568289"/>
                <a:gridCol w="65261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holds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components/prg32/include/prg32.h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public interface: every call a game can make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examples/games/&lt;name&gt;/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game in ASCII assembly, graphics assembly, and 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docs/learn/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Tutorials and labs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docs/software/cartridges.md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cartridge format and workflow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cartridges/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Store-ready examples with metadata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same game twice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examples/games/pong/graphics/game.S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examples/games/pong/c/game.c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each, find the three entry points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prefix each file uses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pong_graphics_init/update/draw in the assembly file; pong_c_init/update/draw in the C file. Same shape, two languages.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RISC-V listing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smallest program that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hello_init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hello_update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hello_draw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hello_init: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to the framework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.global exports a name so the runtime can find 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labels: the three entry points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 returns to the framework: this game does nothing, correctly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before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listing on the previous slide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you expect on screen when this cartridge runs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you think 'ret' means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your neighbour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game: the runtime calls three functions that return at once. Prediction first, explanation in Chapter 5.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step further: drawing something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blank_init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blank_update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blank_draw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320x200 viewport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loads a number into a register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transfers control to a framework function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travel in registers a0, a1, a2...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Annotate the listing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five lines of the graphics listing into your notebook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each, write a guess at what it does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each guess: sure, unsure, no idea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page: you will correct it after Chapter 5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annotated listing with honest confidence marks. Unsure is the expected answer today.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want to be able to explain?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in pairs, then in plenary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surprised you about how little code a game needs?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you see the three functions?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slow motion show that normal speed hid?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might an open instruction set matter to your career?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sentence: what is PRG32?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sentence: why RISC-V?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question you want answered by the end of term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834640"/>
            <a:ext cx="3550615" cy="3383280"/>
          </a:xfrm>
          <a:prstGeom prst="roundRect">
            <a:avLst>
              <a:gd name="adj" fmla="val 216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9718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429000"/>
            <a:ext cx="309341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sentences handed in. The questions seed the first minutes of the next lecture.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Store cartridge in PRG32-QT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game as state plus update rules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init, update, and draw in assembly and in 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repository and its docs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li, call, and ret in a listing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toolchain at home (Chapter 3) or book a lab slot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2 before the next lecture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annotated listing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Chapters 1 and 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README: github.com/riscv-prg32/PRG32-QT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docs/usage/getting_started.md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Orientation Lab: Meet the Platform - lab</dc:title>
  <dc:subject>Chapter 1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