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10fb02e-765f-89a0-5aae-1d50019e77fe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The platform in one paragraph" id="{e1991d4b-47e5-38e0-2313-50507bf9b2fe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RISC-V as strategic European IP" id="{69aab51f-61b6-3e3a-a450-59c77a771b2a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Why retro games" id="{fb453228-ed26-90ad-d72d-6ec1c6c465c5}">
          <p14:sldIdLst>
            <p14:sldId id="277"/>
            <p14:sldId id="278"/>
            <p14:sldId id="279"/>
          </p14:sldIdLst>
        </p14:section>
        <p14:section name="The ecosystem and the book" id="{054bede6-3977-bee2-c610-f5fee9ee33f1}">
          <p14:sldIdLst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Closing" id="{53f4852f-019f-d01d-2429-3667275dcfa1}">
          <p14:sldIdLst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1 of the textbook. Front lecture: about 45 minutes including the questions.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PRG32 docs/hardware/memory.md, prg32.h, prg32_abi.json.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RISC-V is pronounced risk-five: the fifth generation of RISC research at UC Berkeley.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Orders of magnitude, as cited in the textbook; check the sources for current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recurring word in all of these announcements is sovereignty.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Openness concerns the ISA specification. Individual chip designs may be open or proprietary.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Cline (2011). Use the novel as a cultural hook, not as an authority.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Same source, two targets. Cartridges are loaded by the resident firmware without reflashing.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1: Why a Game, Why RISC-V  |  Lecture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|  LECTURE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Game, Why RISC-V, Why Now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learning architecture and programming by building retro games on an open processor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first-year computer architecture and programming students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 game is a rigorous teaching object, not a gimmick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instruction set architecture and say what makes RISC-V open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why Europe treats RISC-V as strategic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PRG32 and its ecosystem in a few sentences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track of the book that matches your course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680078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6800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74438" y="1737360"/>
            <a:ext cx="1926620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74438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46778" y="1737360"/>
            <a:ext cx="2912791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46778" y="1737360"/>
            <a:ext cx="29127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205289" y="1737360"/>
            <a:ext cx="1680078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05289" y="1737360"/>
            <a:ext cx="16800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931087" y="1737360"/>
            <a:ext cx="2666248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31087" y="1737360"/>
            <a:ext cx="2666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two courses, two universes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in one paragraph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as strategic European IP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retro games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 and the book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Monday you traced addi by hand. On Thursday you ran a C program. Was it the same machine?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first-year students cannot say yes with conviction. This course exists to make the answer obvious.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this course solves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shows the bare machine, but the reward is often a number on a terminal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gives power through abstraction, but the machine disappears from view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pass both and still do not connect an instruction with a running program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one object that both courses can look at, at two altitudes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courses, two universes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Registers, instructions, memory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but feedback is thin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RISC-V assembly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'why does this matter?'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functions, structures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Productive, but the CPU is hidden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C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'the computer is magic'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rectangle slides left because you set one bit, the distance between instruction and consequence collapses.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is honest in a way a grade is not.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in one paragraph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PRG32: an open educational runtime for RISC-V assembly and C games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PRG32 in four facts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code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program runs as 32-bit RISC-V machine code. PRG32's reference targets do not interpret it.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reference targets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ESP32-C6 board, and Espressif QEMU on your laptop. Same source for both.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 is a small .prg32 file that the resident firmware loads and runs. No reflashing.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functions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once; update and draw once per frame. Identical in assembly and in C.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contract between you and the machine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52496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36544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6272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input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46272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buttons, time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0400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4176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34176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state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28303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2351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2079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22079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state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init, the runtime calls update and draw once per frame, forever. Every example in the book, in either language, has exactly this shape.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game is a handful of rectangles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938528"/>
            <a:ext cx="5998464" cy="3803904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011680"/>
            <a:ext cx="58521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2377440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511296" y="2359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5303520"/>
            <a:ext cx="1097280" cy="146304"/>
          </a:xfrm>
          <a:prstGeom prst="rect">
            <a:avLst/>
          </a:prstGeom>
          <a:solidFill>
            <a:srgbClr val="00FCF8"/>
          </a:solidFill>
          <a:ln w="12700">
            <a:solidFill>
              <a:srgbClr val="00FC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96512" y="5285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(0,0)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x 200 game viewport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1463040"/>
            <a:ext cx="405353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320 by 200 pixels, 16-bit colour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3102864"/>
            <a:ext cx="405353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to hold the whole program in your head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4742688"/>
            <a:ext cx="405353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enough for state, input, arithmetic, branches, a loop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thin, so the processor stays in 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engine, no scene graph, no garbage collector between you and the CPU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Pong cartridge is about 3 KiB of code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register and every byte of state can be inspected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are the pedagogy: tight memory forces understanding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KiB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Pong cartridge, inside a 64 KiB budget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in numbers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ESP32-C6, RV32IMAC, 160 MHz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RAM (HP SRAM)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KB at 0x40800000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 viewport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 x 200 = 64,000 pixels, one byte each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period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ms: about 30 frames per second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voices, 22,050 Hz, I2S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Cartridge RAM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KiB by default; 4 flash slots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interface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 functions, ABI 1.6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160 MHz buys per frame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ms at 160 MHz is about 5 million clock cycles per frame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the screen touches 64,000 bytes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Pong update is a few hundred instructions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budget is generous for logic and tight for pixels: draw less, not faster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per frame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RISC-V as strategic European IP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processor, and why the choice reaches beyond the classroom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instruction set architecture 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that defines what a processor's instructions mean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deepest layer at which a region can be technologically independent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decades the dominant ISAs were proprietary and licensed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is an open standard: anyone may build a processor without an architecture licence fee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Proprietary versus open instruction sets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ISA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one company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required to build a CPU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decided elsewhere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by permission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open specification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architecture licence fee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as a standard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by design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European numbers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881543"/>
                <a:gridCol w="3550213"/>
                <a:gridCol w="26626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semiconductor market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700 billion USD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HiPEAC 2026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Europe's current share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one tenth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HiPEAC 2026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European Chips Act target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fifth by 2030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Chips Act 2023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DARE project funding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240 million EUR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EuroHPC JU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Programmes built on RISC-V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Chips Act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goal of doubling Europe's share of the semiconductor market.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Autonomy with RISC-V in Europe: processors and accelerators for HPC and AI.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Processor Initiative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earlier programme whose lineage DARE continues.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TRISTAN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JU project assembling verified, industry-ready RISC-V IP.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transfers from this course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addi, lw, sw, beqz are not a teaching dialect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the instructions European industry is building processors on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calling convention you learn is the real RV32 convention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RISC-V is a foundational skill and a small act of participation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RISC-V 'open'?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processors are free of charge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set specification can be implemented without an architecture licence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RISC-V chip designs are open source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runs open-source software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retro games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kind of program teaches the most per line?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pedagogical sweet spot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 can hold the whole program in mind at once.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input, arithmetic, decisions, and a timed loop: every first-course concept.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sort may print plausible numbers. A wrong game puts the ball through the paddle.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tight budget and a simple display force you to know what is happening.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Ready Player One understood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layers do not become obsolete; they become invisible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who can still see them keep a kind of power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a sprite pixel by pixel is the substrate of every modern abstraction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 development preserves and transmits that literacy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ecosystem and the book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runtime, four projects, three tracks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fit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Kit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to 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74915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8963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68691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or C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968691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85238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9286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9014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tooling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79014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.prg32 cartridge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95561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9609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337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 Store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589337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catalogue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405884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9932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99660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Board, QEMU, PRG32-QT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899660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 ends in the same portable cartridge, and every host runs it.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PRG32 ecosystem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403790"/>
                <a:gridCol w="6656649"/>
                <a:gridCol w="20339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book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Firmware, cartridge ABI, python3 -m prg32 tooling, examples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Everywhere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Cartridge Store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with editorial review; scores, metrics, multiplayer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 17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Kit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editor, simulator, sprite editor, C generator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IV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PRG32-QT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Portable host for desktop, mobile, TV, with a debugger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 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run one cartridge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182508"/>
                <a:gridCol w="2728135"/>
                <a:gridCol w="3091886"/>
                <a:gridCol w="309188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ESP32-C6 board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Espressif QEMU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PRG32-QT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on emulated C3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Interpreted RV32IMAC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ESP-IDF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timing, real feel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firmware, no hardware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Stepping and inspecting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book is arranged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I: foundations, for everyone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II: the Computer Architecture track, in RISC-V assembly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III: the Computer Programming track, in C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IV: the Young Makers track, in blocks, with a chapter for teachers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V: assembly meets C, and publishing on the Cartridge Store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statement about PRG32's reference targets is true?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code is interpreted by a virtual machine on the board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and C games use different runtime interfaces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source builds for the board and for QEMU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cartridge must be flashed together with the firmware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take away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 gives immediate, honest feedback on low-level code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is an open ISA and a European strategic choice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is thin by design: three functions, native code, small cartridges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cartridge runs on a board, on QEMU, and in PRG32-QT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track; the foundations and the publishing chapter are shared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Chapter 2: the frame loop and the framework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PRG32 README on GitHub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PRG32-QT and play one Store cartridge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sentences: why RISC-V?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1 and the Preface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repository: github.com/riscv-prg32/PRG32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International, the RISC-V ISA specifications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HiPEAC (2026) and EuroHPC JU on DARE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Cline, Ready Player One (2011)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a Game, Why RISC-V, Why Now - lecture</dc:title>
  <dc:subject>Chapter 1</dc:subject>
  <dc:creator>Playing with RISC-V (PRG32 textbook)</dc:creator>
  <cp:lastModifiedBy>Playing with RISC-V (PRG32 textbook)</cp:lastModifiedBy>
  <cp:revision>1</cp:revision>
  <dcterms:created xsi:type="dcterms:W3CDTF">2026-10-05T15:59:14Z</dcterms:created>
  <dcterms:modified xsi:type="dcterms:W3CDTF">2026-10-05T15:59:14Z</dcterms:modified>
</cp:coreProperties>
</file>