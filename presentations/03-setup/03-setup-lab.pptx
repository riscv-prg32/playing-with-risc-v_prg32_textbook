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6c41d9d-0cce-5bef-3b98-2c4e1d6db0ff}">
          <p14:sldIdLst>
            <p14:sldId id="256"/>
            <p14:sldId id="257"/>
            <p14:sldId id="258"/>
            <p14:sldId id="259"/>
          </p14:sldIdLst>
        </p14:section>
        <p14:section name="Verify the environment" id="{14800724-6f4b-72b0-9337-60d9f40275c2}">
          <p14:sldIdLst>
            <p14:sldId id="260"/>
            <p14:sldId id="261"/>
            <p14:sldId id="262"/>
            <p14:sldId id="263"/>
          </p14:sldIdLst>
        </p14:section>
        <p14:section name="Build and run QEMU" id="{568c065f-f280-b347-44f9-55e50679a908}">
          <p14:sldIdLst>
            <p14:sldId id="264"/>
            <p14:sldId id="265"/>
            <p14:sldId id="266"/>
            <p14:sldId id="267"/>
          </p14:sldIdLst>
        </p14:section>
        <p14:section name="Hello world" id="{95ade32e-4454-3ef7-be20-6b101d1b7722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Change one thing" id="{c657ebba-8204-41f6-e76e-1fa0f4c45bc6}">
          <p14:sldIdLst>
            <p14:sldId id="276"/>
            <p14:sldId id="277"/>
            <p14:sldId id="278"/>
            <p14:sldId id="279"/>
          </p14:sldIdLst>
        </p14:section>
        <p14:section name="On the board" id="{dbd21290-5eb1-35ba-a8cb-e0c71fe8535e}">
          <p14:sldIdLst>
            <p14:sldId id="280"/>
            <p14:sldId id="281"/>
            <p14:sldId id="282"/>
            <p14:sldId id="283"/>
          </p14:sldIdLst>
        </p14:section>
        <p14:section name="Closing" id="{0342523a-3d19-250d-5fa8-bb5b6e8266e6}">
          <p14:sldIdLst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3 of the textbook. Practical, step-by-step session: learners work at their machines; keep each step to its time box. Preparation: ESP-IDF 5.4 pre-installed on lab machines (the install itself takes 20-40 minutes and should be done beforehand). One flashed board per bench if available.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repository is already cloned on lab machines, run git pull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Source export.sh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Display driver, input, cartridge loader, audio, Wi-Fi, setup menu...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explain the stack frame in depth: Chapter 5 does. The aim here is the workflow.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The tool looks for &lt;prefix&gt;_init, _update, _draw.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memorable first encounter with the return address.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3: Development Environment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Lab: From Empty Shell to Running Cartridge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the toolchain, build the emulator firmware, build and run a hello-world cartridge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first-year computer architecture and programming students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ESP-IDF and verify the environment with doctor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start the QEMU firmware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build, inspect, and run a hello-world cartridge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program and observe the result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upload the same cartridge to a board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520980" y="1737360"/>
            <a:ext cx="2419706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2098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986406" y="1737360"/>
            <a:ext cx="3652418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86406" y="1737360"/>
            <a:ext cx="36524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4544" y="1737360"/>
            <a:ext cx="1680078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4544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environment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run QEMU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 world cartridge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upload (optional)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of the bench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commands; do not paste blindly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every line of output before the next command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fails, read the first error, not the last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each step and its result in your notebook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 the environment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works until this does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Activate ESP-IDF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new terminal (Windows: the ESP-IDF PowerShell)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$HOME/esp-idf/export.sh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234440" y="3913632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4023360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idf.py --version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234440" y="5138928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5248656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riscv32-esp-elf-gcc --version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version of ESP-IDF 5.4 or newer, and a GCC whose target is riscv32-esp-elf.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PRG32 and run the doctor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https://github.com/riscv-prg32/PRG32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PRG32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913632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4023360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pyaudio zeroconf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5138928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17320" y="5248656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doctor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reports the ESP-IDF toolchain, the RISC-V compiler, and the partition table with four cartridge slots as OK.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 says the RISC-V compiler is missing. Most likely?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repository is corrupted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is not active in this shell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is not installed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is too new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run QEMU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firmware, on an emulated chip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emulator firmware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it builds, list three things the firmware must contain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directory the build created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build-qemu directory containing the firmware and qemu_flash.bin. The first build takes several minutes.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the emulator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the splash screen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terminal, then press arrow keys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the setup menu; press X to go back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window showing the PRG32 screen. With no cartridge stored, the setup menu opens. Keys work only when the terminal has focus.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setup menu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Board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Navigate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Arrow keys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 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 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setup at boot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 A + 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 Z + X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Hello world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cartridge, from an empty file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the source file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 -p work/hello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work/hello/hello.S in your editor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listing from the next slide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three .global lines against the three labels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 with three exported labels: hello_world_init, hello_world_update, hello_world_draw.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hello.S: init and update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hello_world_init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hello_world_update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hello_world_draw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0x0000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CYAN,  0x07ff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hello_world_init: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hello_world_update: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.equ gives a number a name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941064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4078224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and update have nothing to do yet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hello.S: draw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hello_world_draw: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32            # 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40            # 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         # address of the string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CYAN          # foreground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         # background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.asciz "HELLO WORLD"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ra: this function calls others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arguments in a0..a4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string lives in .rodata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cartridge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934974"/>
          </a:xfrm>
          <a:prstGeom prst="roundRect">
            <a:avLst>
              <a:gd name="adj" fmla="val 7824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work/hello/hello.S --portable --entry-prefix hello_world --name hello --out work/hello/hello.prg32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INFO lines: note code and mem sizes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[OK] built ... hello.prg32, with a code size of a few hundred bytes against a 65536-byte limit.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Inspect what you built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work/hello/hello.prg32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ABI major and minor version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import model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three entry offsets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JSON summary: ABI 1.x, an ABI hash, the ABI-table import model, and offsets for init, update, and draw.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and run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QEMU if it is open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work/hello/hello.prg32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234440" y="3913632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4023360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menu appears: Run Cartridge, then cart0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 WORLD in cyan on a black 320 by 200 viewport.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 fails with 'undefined symbol hello_world_draw'. Why?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toolchain is broken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--entry-prefix does not match the labels in the source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 is too large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is still running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one thing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 rhythm of the whole course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and recolour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x and y of the text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CYAN to a colour you compute yourself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Rebuild, stage, run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what changed, and what did you expect?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appears at the new position in the new colour. One change, one observation.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it on purpose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line 'sw ra, 12(sp)' and its matching lw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what will happen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Rebuild, stage, run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the lines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10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cartridge misbehaves or hangs: draw can no longer return to the framework, because call overwrote ra.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 second line of text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second string in .rodata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it 24 pixels below the first, in white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and run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lines of text. You repeated the five-argument call pattern correctly.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board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the same file on real hardware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over Wi-Fi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board's Wi-Fi network, or the classroom network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34440" y="3096768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17320" y="3206496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 work/hello/hello.prg32 --url http://192.168.4.1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board: Run Cartridge, cart0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HELLO WORLD on the ILI9341 display. The cartridge file is byte-for-byte the one you ran in QEMU.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just happened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 file, compiled once, ran on two machines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firmware was not rebuilt or reflashed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cartridge called the runtime through the ABI table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loop is now: edit, build, stage or upload, observe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ESP-IDF and verify it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start the emulator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inspect, stage, and run a cartridge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--entry-prefix must match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happens when ra is not saved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work/hello: later labs start from it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 track: read Chapter 5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track: read Chapter 9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PRG32-QT for the next lab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3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docs/usage/getting_started.md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docs/usage/setup_verification.md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docs/usage/troubleshooting.md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Lab: From Empty Shell to Running Cartridge - lab</dc:title>
  <dc:subject>Chapter 3</dc:subject>
  <dc:creator>Playing with RISC-V (PRG32 textbook)</dc:creator>
  <cp:lastModifiedBy>Playing with RISC-V (PRG32 textbook)</cp:lastModifiedBy>
  <cp:revision>1</cp:revision>
  <dcterms:created xsi:type="dcterms:W3CDTF">2026-10-05T08:18:06Z</dcterms:created>
  <dcterms:modified xsi:type="dcterms:W3CDTF">2026-10-05T08:18:06Z</dcterms:modified>
</cp:coreProperties>
</file>