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2ab5c80-84b1-dbf0-2186-408249a7600a}">
          <p14:sldIdLst>
            <p14:sldId id="256"/>
            <p14:sldId id="257"/>
            <p14:sldId id="258"/>
            <p14:sldId id="259"/>
          </p14:sldIdLst>
        </p14:section>
        <p14:section name="Verify the environment" id="{50946385-52d5-79a6-3e2c-3684b460d816}">
          <p14:sldIdLst>
            <p14:sldId id="260"/>
            <p14:sldId id="261"/>
            <p14:sldId id="262"/>
            <p14:sldId id="263"/>
            <p14:sldId id="264"/>
          </p14:sldIdLst>
        </p14:section>
        <p14:section name="Emulator firmware" id="{406e8697-538e-b446-0e61-5a52a27bf890}">
          <p14:sldIdLst>
            <p14:sldId id="265"/>
            <p14:sldId id="266"/>
            <p14:sldId id="267"/>
            <p14:sldId id="268"/>
          </p14:sldIdLst>
        </p14:section>
        <p14:section name="Hello world in three steps" id="{65592bfd-1bb3-8825-08ea-b3ec5608b72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Inspect" id="{c46b3bf5-1da2-f8fe-a391-9df5afe0622b}">
          <p14:sldIdLst>
            <p14:sldId id="278"/>
            <p14:sldId id="279"/>
            <p14:sldId id="280"/>
          </p14:sldIdLst>
        </p14:section>
        <p14:section name="Break it on purpose" id="{f41eeab4-0ca4-0f47-93d8-b850b79d5e7a}">
          <p14:sldIdLst>
            <p14:sldId id="281"/>
            <p14:sldId id="282"/>
            <p14:sldId id="283"/>
            <p14:sldId id="284"/>
          </p14:sldIdLst>
        </p14:section>
        <p14:section name="Closing" id="{9cca40ad-0783-8756-fe86-5bf0c69211ae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3 of the textbook. Practical, step-by-step session: learners work at their machines; keep each step to its time box. Preparation: ESP-IDF 5.4 installed beforehand (20-40 minutes). The textbook repository cloned next to PRG32. Reference files: labs/03-setup/step1..3.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Output captured from a real run.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Source export.sh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build takes several minutes: use the time for the next two slides.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QEMU reads the keyboard from the terminal that launched it, not from the screen window.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labs/03-setup/step1_skeleton.S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 the copy path to where the textbook repository is. Close QEMU before every upload.
Screenshot: this step, built and run: labs/03-setup/expected/step1_skeleton.png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Output captured from a real build of step 2.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labs/03-setup/step2_text.S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labs/03-setup/expected/step2_text.png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labs/03-setup/step3_two_lines.S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labs/03-setup/expected/step3_two_lines.png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Values from a real build of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Verified: the headless PRG32-QT runner prints 'frame 0: instruction budget exhausted'.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 original return address was never saved, so it was lost at the first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3: Development Environment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Lab: From Empty Shell to Running Cartridge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walk from an activated toolchain to a cartridge you wrote, built, inspected and ran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ESP-IDF and verify it with doctor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start the QEMU firmware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build, inspect and run a cartridge in three steps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build log and the cartridge summary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the failure caused by an unsaved return address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39864" y="1737360"/>
            <a:ext cx="3898961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39864" y="1737360"/>
            <a:ext cx="389896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4544" y="1737360"/>
            <a:ext cx="118699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4544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917257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17257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environment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Emulator firmware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world in three steps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it on purpose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of the bench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commands; read every line of output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fails, read the FIRST error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ends with something you can see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every number the tools print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the environment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works until this does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Activate ESP-IDF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new terminal (Windows: the ESP-IDF PowerShell)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$HOME/esp-idf/export.sh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idf.py --version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34440" y="5138928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riscv32-esp-elf-gcc --version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v5.4 or newer, and a GCC whose target is riscv32-esp-elf.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PRG32 and run the doctor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 &amp;&amp; cd PRG32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PRG32_HOME=$PWD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5138928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doctor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[OK] lines, as on the next slide. Any [FAIL] means ESP-IDF is not active in this shell.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doctor 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idf.py found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riscv32-esp-elf-gcc found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partitions file found: ~/PRG32/profiles/partitions_prg32.csv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partition cart0 parsed (offset=0x210000, size=131072)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system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RISC-V cross-compiler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flash layout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cart0: 131072 bytes = 128 KiB of flash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 reports that riscv32-esp-elf-gcc is missing. Most likely?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repository is corrupted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is not active in this shell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is not installed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is too large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Emulator firmware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firmware on an emulated chip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start QEMU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TERMINAL, then press the arrow keys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Run Cartridge in the setup menu; press X to go back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9 min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build-qemu directory, then a window with the PRG32 setup menu. Keys work only while the terminal has focus.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Keys in QEMU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 control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Arrow keys or W A S 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(confirm)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or J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(back)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or 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 or Space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step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complete file in labs/: read what is new, then run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folder: labs/run.sh STEP_FILE PREFIX builds and starts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PRG32_HOME to your PRG32 checkout; set PRG32_URL to run on a board or PRG32-QT, otherwise QEMU starts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screenshot on each slide is that exact file, built and executed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step: change one thing, predict,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Hello world in three steps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Skeleton, text, more text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the skeleton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Setup lab: the first cartridge, from an empty file.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hello_world_init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hello_world_update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hello_world_draw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hello_world_init: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hello_world_update: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hello_world_draw: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.global exports the three entry points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function returns at once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a valid cartridge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 by hand, once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-p work/hello &amp;&amp; cp ../Playing-with-RISC-V_PRG32_textbook/labs/03-setup/step1_skeleton.S work/hello/hello.S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work/hello/hello.S --portable --entry-prefix hello_world --name hello --out work/hello/hello.prg32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4730496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4840224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work/hello/hello.prg32 &amp;&amp; python3 -m prg32 qemu run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[OK] built ... code=2604 mem=2604, then a black screen: the runtime is calling three functions that retur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[OK] built ... code=2604 mem=2604, then a black screen: the runtime is calling three functions that return.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build 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Portable: True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Building cartridge: work/hello/hello (Prefix: hello_world)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Cartridge RAM limit: 65536 bytes (default firmware profile)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built work/hello/hello.prg32 name=hello load=0x40800000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code=2664 mem=2664 audio=0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Portable: calls go through the ABI table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 of the 64 KiB profile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address of every cartridge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Sizes in bytes (this is step 2)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 empty cartridge is 2604 bytes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three functions are 3 instructions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adds one small stub per runtime function: 139 of them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stub loads the ABI table and jumps to its entry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three entry trampolines that save the table pointer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every cartridge starts at about 2.6 KiB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2604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bytes: stubs and trampolines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text on the screen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hello_world_draw: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this function calls others: save 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32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string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 colour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 colour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draw now calls two functions, so it saves ra. Five arguments in a0..a4: x, y, string address, foreground, backgroun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now calls two functions, so it saves ra. Five arguments in a0..a4: x, y, string address, foreground, background.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03-setup/step2_text.S hello_world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new lines into your work/hello/hello.S and build it yourself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x and y of the text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CYAN to 0xF800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HELLO WORLD in cyan at (32, 40); then where and in the colour you chose. code=2664: 60 bytes more than the skelet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WORLD in cyan at (32, 40); then where and in the colour you chose. code=2664: 60 bytes more than the skeleton.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a second 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32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64      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24 pixels lower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line2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same five-argument pattern again, 24 pixels lower, with a second string in .roda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five-argument pattern again, 24 pixels lower, with a second string in .rodata.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03-setup/step3_two_lines.S hello_world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third line of your own at y = 88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colour you computed in RGB565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  |  about 5 min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4" name="Image 0" descr="Two lines, then three. Each extra call costs about 60 bytes: check code= in the lo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lines, then three. Each extra call costs about 60 bytes: check code= in the log.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firmware will read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summary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work/hello/hello.prg32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header_size, code_size, mem_size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import_model and abi_hash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load_addr 1082130432 to hexadecimal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header_size 100, code_size about 2724, import_model "abi-table", abi_hash "0x260f6136", flags 4. 1082130432 = 0x40800000.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summary, field by field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here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header_size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bytes before the code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code_size / mem_size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2724 / 2724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code+data, and with .bss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import_model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abi-table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portable cartridge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abi_hash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0x260f6136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table it was built for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2: uses the ABI table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load_addr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0x40800000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of cartridge RAM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on purpose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symptom while you know the cause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unsaved return address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hello.S delete 'sw ra, 12(sp)' and 'lw ra, 12(sp)' in draw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what happens at draw's ret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the two lines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never finishes a frame: draw returns into itself. QEMU freezes; PRG32-QT stops it and reports 'instruction budget exhausted'.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draw return into itself?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overflowed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overwrote ra with an address inside draw, and ret jumps to ra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string was too long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has a bug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 toolchain with doctor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upload and run a cartridge by hand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build log and the summary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the smallest cartridge is 2.6 KiB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an unsaved ra by its symptom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work/hello: it is your scratch cartridge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PRG32-QT for the next lab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track: Chapter 5. C track: Chapter 9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3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labs/03-setup/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docs/usage/getting_started.md and troubleshooting.md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Lab: From Empty Shell to Running Cartridge - lab</dc:title>
  <dc:subject>Chapter 3</dc:subject>
  <dc:creator>Playing with RISC-V (PRG32 textbook)</dc:creator>
  <cp:lastModifiedBy>Playing with RISC-V (PRG32 textbook)</cp:lastModifiedBy>
  <cp:revision>1</cp:revision>
  <dcterms:created xsi:type="dcterms:W3CDTF">2026-10-05T15:40:34Z</dcterms:created>
  <dcterms:modified xsi:type="dcterms:W3CDTF">2026-10-05T15:40:34Z</dcterms:modified>
</cp:coreProperties>
</file>