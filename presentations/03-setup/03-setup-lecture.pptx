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10ede18-7360-2764-7b11-52381c7bb68d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ESP-IDF" id="{bd736d2f-9a01-332e-3a2a-85d58721f928}">
          <p14:sldIdLst>
            <p14:sldId id="263"/>
            <p14:sldId id="264"/>
            <p14:sldId id="265"/>
            <p14:sldId id="266"/>
            <p14:sldId id="267"/>
          </p14:sldIdLst>
        </p14:section>
        <p14:section name="Two targets, two directories" id="{04b5ef2e-edec-bf33-15b3-07de65c41371}">
          <p14:sldIdLst>
            <p14:sldId id="268"/>
            <p14:sldId id="269"/>
            <p14:sldId id="270"/>
            <p14:sldId id="271"/>
            <p14:sldId id="272"/>
          </p14:sldIdLst>
        </p14:section>
        <p14:section name="The prg32 tool" id="{993e13f6-1ad4-4592-169c-80501bac1369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Profiles and diagnosis" id="{e81a8375-a43e-01f0-edfd-ab09b402f815}">
          <p14:sldIdLst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Closing" id="{f7bad59d-5b6d-acb3-b814-51655a13cc6a}">
          <p14:sldIdLst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support for Chapter 3 of the textbook. Front lecture: about 45 minutes including the questions.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Different instruction set. You need a RISC-V processor, an emulator of one, or an interpreter.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ESP-IDF 5.4 or newer, installed for esp32c3 and esp32c6.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Exact commands are in the textbook listings and in the PRG32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The QEMU build drives a virtual 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are sub-commands of python3 -m prg32.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Captured from a real build.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prg32/cartridge/build_cartridge.py.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cartridge build assumes 64 KiB unless you pass --cart-ram-kib. esp32c6 upload asks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Sizes from the build logs of the lab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QEMU has no Wi-Fi path; cartridges are written into its flash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  |  Chapter 3: Development Environment  |  Lecture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 |  LECTURE  |  45 MINUTES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Your Development Environment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Cross-compilation, ESP-IDF, the prg32 tool, two build directories, and how to diagnose a broken setup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first-year computer architecture and programming students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Assembly, C, and Retro Games on the PRG32 Platform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 cross-toolchain is and why we need one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01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28295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role of ESP-IDF and why it must be activated in each shell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10286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two targets, their chips, and their build directories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main prg32 commands for firmware and cartridges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74268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cartridge memory profiles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80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56260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the five most common setup failures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680078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16800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74438" y="1737360"/>
            <a:ext cx="1926620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74438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46778" y="1737360"/>
            <a:ext cx="1926620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46778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19119" y="1737360"/>
            <a:ext cx="2419706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9119" y="1737360"/>
            <a:ext cx="24197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684544" y="1737360"/>
            <a:ext cx="940450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4544" y="1737360"/>
            <a:ext cx="9404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670715" y="1737360"/>
            <a:ext cx="1926620" cy="82296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70715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and target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435809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1868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618689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ESP-IDF and activation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322978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05858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05858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targets, two directories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10148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93028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393028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prg32 tool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097317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80197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280197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984486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6736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23A48"/>
          </a:solidFill>
          <a:ln>
            <a:solidFill>
              <a:srgbClr val="B23A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167366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goes wrong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laptop is not the machine your program runs on.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chapter follows from that one sentence.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 and target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Host: your laptop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x86-64 or ARM64 processor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Linux, or macOS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compiler and tools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Gigabytes of memory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the PRG32 machine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RISC-V processor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operating system you log in to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firmware and your cartridge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KB of RAM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Cross-compilation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 or .c on the host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52496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36544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46272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riscv32-esp-elf-gcc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546272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host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0400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34176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machine code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34176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run on the host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828303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12351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2079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322079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board, QEMU, PRG32-QT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2519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cross-compiler runs on one architecture and produces code for another. Its name says so: riscv32-esp-elf-gcc.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can you not simply run the compiled cartridge on your laptop?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no file extension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contains RISC-V instructions your laptop's CPU does not execute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encrypted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needs administrator rights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ESP-IDF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Espressif's development framework for these microcontrollers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ESP-IDF provides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RISC-V GCC cross-toolchain for the ESP32-C3 and ESP32-C6.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system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idf.py, CMake, and Ninja: build, flash, monitor.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and RTOS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Wi-Fi, SPI, I2S, flash, and FreeRTOS, used by the PRG32 firmware.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QEMU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Espressif's emulator, installed as an optional tool.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Activation: the one idea behind every setup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ESP-IDF does not change your shell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terminal must 'source' export.sh to put the tools on the PATH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Windows, open the ESP-IDF PowerShell shortcut instead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setup problem is ESP-IDF not being active in the current shell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229600" y="1463040"/>
            <a:ext cx="3413455" cy="4754880"/>
          </a:xfrm>
          <a:prstGeom prst="roundRect">
            <a:avLst>
              <a:gd name="adj" fmla="val 2143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0" y="228600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export.sh</a:t>
            </a:r>
            <a:endParaRPr lang="en-US" sz="59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429768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new terminal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quality-of-life alias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 ~/.bashrc or ~/.zshrc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 get_idf=". $HOME/esp-idf/export.sh"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 prg="python3 -m prg32"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then, in any new terminal: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get_idf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~/PRG32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prg doctor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 activates the toolchain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941064"/>
            <a:ext cx="341345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4078224"/>
            <a:ext cx="254477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checks compiler, idf.py, and the partition table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Installation at a glance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218883"/>
                <a:gridCol w="3993989"/>
                <a:gridCol w="488154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Prerequisites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Git, Python 3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Tools Installer; use the ESP-IDF PowerShell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(Debian/Ubuntu)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apt packages: cmake, ninja, libusb, portaudio...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clone v5.4, install.sh esp32c3,esp32c6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Homebrew: cmake, ninja, dfu-util, portaudio...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clone v5.4, install.sh esp32c3,esp32c6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targets, two directories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source, different chips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reference targets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894195"/>
                <a:gridCol w="3858927"/>
                <a:gridCol w="434129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board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emulator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Chip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ESP32-C6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ESP32-C3 (emulated)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directory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build-esp32c6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build-qemu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ILI9341 over SPI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RGB panel in a window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Joystick and buttons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Keyboard, read from the terminal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Sound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I2S amplifier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audio, sent over a virtual UART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Cartridges arrive by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 upload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 into the flash image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C3 emulates for a C6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RV32 microcontrollers from the same family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Espressif maintains a QEMU graphics path for the ESP32-C3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kits use the newer ESP32-C6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calling convention and the PRG32 interface are identical on both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the build directories strictly separate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build-qemu targets a virtual display that does not exist on hardware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Flashing it to a board gives a black screen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board shows nothing, check the build directory first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prg32 tool chooses the right directory for you: use it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board shows a black screen after flashing. First thing to check?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Wi-Fi password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you flashed the build-esp32c6 image, not build-qemu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cartridge RAM profile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 version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prg32 tool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Python module for firmware, cartridges, and the Store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Firmware commands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5943437"/>
                <a:gridCol w="515097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python3 -m prg32 doctor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the toolchain and partition table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python3 -m prg32 esp32c6 build-and-flash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and flash the board firmware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python3 -m prg32 qemu build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the emulator firmware and flash image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python3 -m prg32 qemu run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the emulator and its virtual screen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python3 -m prg32 wifi set --ssid ... --mode sta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Preconfigure the board's Wi-Fi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Cartridge commands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6163564"/>
                <a:gridCol w="493085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cartridge build SRC --portable ...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 and package a .prg32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cartridge summary FILE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 header, ABI, sizes, features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qemu upload FILE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a cartridge into the emulator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esp32c6 upload FILE --url http://192.168.4.1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a cartridge to a board over Wi-Fi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esp32c6 screenshot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the board's screen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build log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Portable: True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Building cartridge: work/hello/hello (Prefix: hello_world)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Cartridge RAM limit: 65536 bytes (default firmware profile)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built work/hello/hello.prg32 name=hello load=0x40800000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code=2664 mem=2664 audio=0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Portable: ABI-table imports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0" y="270205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66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83921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64 KiB profile limit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0" y="394106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7822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address of cartridge RAM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0" y="518007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3446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31723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bytes copied; mem: bytes reserved (code + data + .bss)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builder does</a:t>
            </a:r>
            <a:endParaRPr lang="en-US" sz="3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849069"/>
                <a:gridCol w="5547208"/>
                <a:gridCol w="36981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riscv32-esp-elf-gcc -march=rv32imac -mabi=ilp32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game.o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only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-Os -ffreestanding -fno-builtin -mcmodel=medany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small, position-tolerant code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Stubs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 portable_stubs.S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 ABI stubs + 3 trampolines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 linker script at 0x40800000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game.elf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 + payload + CRC32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game.prg32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Flash once, upload often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firmware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per course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474915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8963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68691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board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968691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85238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69286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9014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cartridge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279014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095561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79609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337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or stage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589337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405884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89932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99660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899660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repeat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42519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resident firmware stays on the board. Your edit-build-run loop touches only the cartridge.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build command, option by option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work/hello/hello.S \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--portable \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--entry-prefix hello \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--name hello \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 work/hello/hello.prg32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--portable: use the ABI table. Always.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0" y="270205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66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83921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--entry-prefix: must match your three function names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0" y="394106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7822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--name: what the menu shows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0" y="518007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3446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31723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--out: the cartridge file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QEMU reads the keyboard from the terminal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terminal that launched QEMU, not the screen window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 or W A S D move; Z or J is A; X or K is B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or Space is Start/Select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QEMU before staging a new cartridge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Profiles and diagnosis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you should recognise, errors you will meet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Cartridge memory profiles</a:t>
            </a:r>
            <a:endParaRPr lang="en-US" sz="3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2521458"/>
                <a:gridCol w="55472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Cartridge RAM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Classroom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KiB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Optional; leaves more heap to the runtime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(default)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KiB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 and QEMU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KiB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KiB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Optional; large games on the physical board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Sizes you will actually see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649224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cartridge: 2604 bytes (stubs and trampolines)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world with one text call: 2664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Pong in assembly: 2984; in C: 2952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649224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 with bricks, score and sound: about 3.4 KiB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them use about 5% of the 64 KiB profile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229600" y="1463040"/>
            <a:ext cx="3413455" cy="4754880"/>
          </a:xfrm>
          <a:prstGeom prst="roundRect">
            <a:avLst>
              <a:gd name="adj" fmla="val 2143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0" y="228600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5%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429768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default budget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failures and their causes</a:t>
            </a:r>
            <a:endParaRPr lang="en-US" sz="3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433986"/>
                <a:gridCol w="3962291"/>
                <a:gridCol w="36981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not active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export.sh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riscv32-esp-elf-gcc missing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not active or not installed for the target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install.sh esp32c3,esp32c6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 fails on Linux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serial permission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user to dialout; log out and in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Board: black screen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build directory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Rebuild in build-esp32c6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ignores keys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window focused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 the terminal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Ports and permissions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Linux: boards appear as /dev/ttyACM0 or /dev/ttyUSB0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Linux: join the dialout group, then log out and back in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Windows: find the COM port in Device Manager; pass -p COMx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program can hold a serial port: close other monitors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you need all this?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to build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assembly or C cartridges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or modifying firmware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performance on a board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to run or to start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and debugging: PRG32-QT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Blocks: a browser and the Construction Kit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code: the repository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command stages a cartridge into the emulator?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python3 -m prg32 esp32c6 upload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python3 -m prg32 qemu upload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python3 -m prg32 qemu build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idf.py flash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doctor passes in an ESP-IDF shell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say which chip and directory each target uses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read every option of cartridge build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where QEMU reads the keyboard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name the default cartridge RAM size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and reading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session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setup lab; bring your own laptop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users: run the ESP-IDF installer before the lab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docs/usage/troubleshooting.md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sources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Textbook, Chapter 3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README: Install and Setup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docs/usage: getting_started, tooling, qemu, profiles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Espressif ESP-IDF documentation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Setting Up Your Development Environment - lecture</dc:title>
  <dc:subject>Chapter 3</dc:subject>
  <dc:creator>Playing with RISC-V (PRG32 textbook)</dc:creator>
  <cp:lastModifiedBy>Playing with RISC-V (PRG32 textbook)</cp:lastModifiedBy>
  <cp:revision>1</cp:revision>
  <dcterms:created xsi:type="dcterms:W3CDTF">2026-10-05T15:40:33Z</dcterms:created>
  <dcterms:modified xsi:type="dcterms:W3CDTF">2026-10-05T15:40:33Z</dcterms:modified>
</cp:coreProperties>
</file>