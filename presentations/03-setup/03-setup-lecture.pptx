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c12a68d-f8f8-16d5-6bd0-7ec2b79b05cd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ESP-IDF" id="{65677f63-8d58-a038-de22-5bdb331c2d68}">
          <p14:sldIdLst>
            <p14:sldId id="263"/>
            <p14:sldId id="264"/>
            <p14:sldId id="265"/>
            <p14:sldId id="266"/>
            <p14:sldId id="267"/>
          </p14:sldIdLst>
        </p14:section>
        <p14:section name="Two targets, two directories" id="{135865ab-00b2-a1bc-4002-9f9bf078cc88}">
          <p14:sldIdLst>
            <p14:sldId id="268"/>
            <p14:sldId id="269"/>
            <p14:sldId id="270"/>
            <p14:sldId id="271"/>
            <p14:sldId id="272"/>
          </p14:sldIdLst>
        </p14:section>
        <p14:section name="The prg32 tool" id="{b09d9b00-0dab-2f5a-5753-d311f2350f16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Profiles and diagnosis" id="{8b5ce2de-4281-52b2-6986-5670cf235b58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Closing" id="{3fc3a325-9376-5ccb-3ffa-146b6ae9ed1a}">
          <p14:sldIdLst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3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Different instruction set. You need a RISC-V processor, an emulator of one, or an interpreter.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ESP-IDF 5.4 or newer, installed for esp32c3 and esp32c6.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Exact commands are in the textbook listings and in the PRG32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QEMU build drives a virtual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are sub-commands of python3 -m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Captured from a real build.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prg32/cartridge/build_cartridge.py.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cartridge build assumes 64 KiB unless you pass --cart-ram-kib. esp32c6 upload asks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Sizes from the build logs of the lab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QEMU has no Wi-Fi path; cartridges are written into its flash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3: Development Environment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Up Your Development Environment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Cross-compilation, ESP-IDF, the prg32 tool, two build directories, and how to diagnose a broken setup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cross-toolchain is and why we need one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role of ESP-IDF and why it must be activated in each shell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two targets, their chips, and their build directories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main prg32 commands for firmware and cartridges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cartridge memory profiles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the five most common setup failures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9119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9119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684544" y="1737360"/>
            <a:ext cx="94045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4544" y="1737360"/>
            <a:ext cx="9404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and target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and activation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targets, two directories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prg32 tool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goes wrong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laptop is not the machine your program runs on.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chapter follows from that one sentence.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 and target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Host: your laptop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x86-64 or ARM64 processor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Linux, or macOS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compiler and tools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Gigabytes of memory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the PRG32 machine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32-bit RISC-V processor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operating system you log in to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firmware and your cartridge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KB of RAM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Cross-compilation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 or .c on the host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riscv32-esp-elf-gcc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host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machine code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run on the host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board, QEMU, PRG32-QT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cross-compiler runs on one architecture and produces code for another. Its name says so: riscv32-esp-elf-gcc.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can you not simply run the compiled cartridge on your laptop?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no file extension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contains RISC-V instructions your laptop's CPU does not execute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encrypted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needs administrator rights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ESP-IDF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Espressif's development framework for these microcontrollers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ESP-IDF provides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RISC-V GCC cross-toolchain for the ESP32-C3 and ESP32-C6.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system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idf.py, CMake, and Ninja: build, flash, monitor.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and RTOS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Wi-Fi, SPI, I2S, flash, and FreeRTOS, used by the PRG32 firmware.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Espressif's emulator, installed as an optional tool.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Activation: the one idea behind every setup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ESP-IDF does not change your shell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new terminal must 'source' export.sh to put the tools on the PATH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Windows, open the ESP-IDF PowerShell shortcut instead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setup problem is ESP-IDF not being active in the current shell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export.sh</a:t>
            </a:r>
            <a:endParaRPr lang="en-US" sz="59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new terminal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quality-of-life alias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~/.bashrc or ~/.zshrc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get_idf=". $HOME/esp-idf/export.sh"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prg="python3 -m prg32"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then, in any new terminal: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get_idf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 doctor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 activates the toolchain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checks compiler, idf.py, and the partition table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 at a glance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3993989"/>
                <a:gridCol w="488154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Prerequisites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Git, Python 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Tools Installer; use the ESP-IDF PowerShell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(Debian/Ubuntu)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apt packages: cmake, ninja, libusb, portaudio...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clone v5.4, install.sh esp32c3,esp32c6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Homebrew: cmake, ninja, dfu-util, portaudio...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clone v5.4, install.sh esp32c3,esp32c6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targets, two directories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source, different chips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reference targets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894195"/>
                <a:gridCol w="3858927"/>
                <a:gridCol w="434129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emulator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ESP32-C3 (emulated)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directory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build-esp32c6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ILI9341 over SPI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RGB panel in a window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and buttons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Keyboard, read from the terminal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I2S amplifier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audio, sent over a virtual UART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Cartridges arrive by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 upload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into the flash image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C3 emulates for a C6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RV32 microcontrollers from the same family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 maintains a QEMU graphics path for the ESP32-C3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kits use the newer ESP32-C6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calling convention and the PRG32 interface are identical on both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the build directories strictly separate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build-qemu targets a virtual display that does not exist on hardware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Flashing it to a board gives a black screen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board shows nothing, check the build directory first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prg32 tool chooses the right directory for you: use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board shows a black screen after flashing. First thing to check?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Wi-Fi password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you flashed the build-esp32c6 image, not build-qemu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RAM profile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Python version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prg32 tool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module for firmware, cartridges, and the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Firmware commands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943437"/>
                <a:gridCol w="515097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python3 -m prg32 doctor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the toolchain and partition table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python3 -m prg32 esp32c6 build-and-flash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and flash the board firmware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python3 -m prg32 qemu build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emulator firmware and flash image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python3 -m prg32 qemu run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the emulator and its virtual 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python3 -m prg32 wifi set --ssid ... --mode sta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Preconfigure the board's Wi-Fi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Cartridge commands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6163564"/>
                <a:gridCol w="493085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cartridge build SRC --portable ...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 and package a .prg32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cartridge summary FILE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header, ABI, sizes, features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qemu upload FILE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a cartridge into the emulator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esp32c6 upload FILE --url http://192.168.4.1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a cartridge to a board over Wi-Fi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esp32c6 screenshot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the board's 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build 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Portable: True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Building cartridge: work/hello/hello (Prefix: hello_world)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Cartridge RAM limit: 65536 bytes (default firmware profile)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built work/hello/hello.prg32 name=hello load=0x40800000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code=2664 mem=2664 audio=0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Portable: ABI-table imports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64 KiB profile limit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address of cartridge RAM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bytes copied; mem: bytes reserved (code + data + .bss)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builder does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849069"/>
                <a:gridCol w="554720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riscv32-esp-elf-gcc -march=rv32imac -mabi=ilp32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game.o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only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-Os -ffreestanding -fno-builtin -mcmodel=medany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small, position-tolerant code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Stubs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portable_stubs.S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 ABI stubs + 3 trampolines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generated linker script at 0x40800000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game.elf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 + payload + CRC32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game.prg32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Flash once, upload often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firmware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course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board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cartridge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or stage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repeat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firmware stays on the board. Your edit-build-run loop touches only the cartridge.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 command, option by option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work/hello/hello.S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--entry-prefix hello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hello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 work/hello/hello.prg32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--portable: use the ABI table. Always.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--entry-prefix: must match your three function names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--name: what the menu shows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--out: the cartridge file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QEMU reads the keyboard from the terminal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terminal that launched QEMU, not the screen window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or W A S D move; Z or J is A; X or K is B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or Space is Start/Select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QEMU before staging a new cartridge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Profiles and diagnosis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you should recognise, errors you will meet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Cartridge memory profiles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252145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RAM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KiB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Optional; leaves more heap to the runtime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(default)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KiB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 and 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KiB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KiB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Optional; large games on the physical 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Sizes you will actually see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cartridge: 2604 bytes (stubs and trampolines)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 world with one text call: 2664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Pong in assembly: 2984; in C: 2952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 with bricks, score and sound: about 3.4 KiB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use about 5% of the 64 KiB profile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default budget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failures and their causes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433986"/>
                <a:gridCol w="3962291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not active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export.sh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riscv32-esp-elf-gcc missing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not active or not installed for the target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install.sh esp32c3,esp32c6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fails on Linux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serial permission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user to dialout; log out and in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Board: black 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build directory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Rebuild in build-esp32c6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ignores keys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window focused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 the terminal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Ports and permissions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boards appear as /dev/ttyACM0 or /dev/ttyUSB0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join the dialout group, then log out and back in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find the COM port in Device Manager; pass -p COMx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program can hold a serial port: close other monitors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you need all this?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to build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assembly or C cartridges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or modifying firmware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performance on a board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to run or to start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and debugging: PRG32-QT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Blocks: a browser and the Construction 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code: the repository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command stages a cartridge into the emulator?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prg32 esp32c6 upload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prg32 qemu upload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prg32 qemu build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 flash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doctor passes in an ESP-IDF shell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say which chip and directory each target uses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read every option of cartridge build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where QEMU reads the keyboard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the default cartridge RAM size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setup lab; bring your own laptop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users: run the ESP-IDF installer before the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docs/usage/troubleshooting.md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3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README: Install and Setup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docs/usage: getting_started, tooling, qemu, profiles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 ESP-IDF documentation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Setting Up Your Development Environment - lecture</dc:title>
  <dc:subject>Chapter 3</dc:subject>
  <dc:creator>Playing with RISC-V (PRG32 textbook)</dc:creator>
  <cp:lastModifiedBy>Playing with RISC-V (PRG32 textbook)</cp:lastModifiedBy>
  <cp:revision>1</cp:revision>
  <dcterms:created xsi:type="dcterms:W3CDTF">2026-10-05T15:59:14Z</dcterms:created>
  <dcterms:modified xsi:type="dcterms:W3CDTF">2026-10-05T15:59:14Z</dcterms:modified>
</cp:coreProperties>
</file>