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38d46a1-17c1-62ae-400d-84d53b68c667}">
          <p14:sldIdLst>
            <p14:sldId id="256"/>
            <p14:sldId id="257"/>
            <p14:sldId id="258"/>
            <p14:sldId id="259"/>
          </p14:sldIdLst>
        </p14:section>
        <p14:section name="Plan" id="{64ca8192-87db-b346-be46-7d7a4ec9d51c}">
          <p14:sldIdLst>
            <p14:sldId id="260"/>
            <p14:sldId id="261"/>
          </p14:sldIdLst>
        </p14:section>
        <p14:section name="Score" id="{34cac87e-19bb-7725-2f77-00205bbbae1e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Sound" id="{8a64ec2e-5330-b458-5d5a-068752d8a537}">
          <p14:sldIdLst>
            <p14:sldId id="268"/>
            <p14:sldId id="269"/>
            <p14:sldId id="270"/>
            <p14:sldId id="271"/>
          </p14:sldIdLst>
        </p14:section>
        <p14:section name="Pause" id="{d89f5d61-ecf6-e688-9f64-45e83327a014}">
          <p14:sldIdLst>
            <p14:sldId id="272"/>
            <p14:sldId id="273"/>
            <p14:sldId id="274"/>
            <p14:sldId id="275"/>
            <p14:sldId id="276"/>
          </p14:sldIdLst>
        </p14:section>
        <p14:section name="Ship" id="{8c82f36c-4167-68c4-0448-9b8b4ea2e98e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osing" id="{4c45469e-f030-d16b-2d72-3522e6459d40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8 of the textbook. Practical, step-by-step session: learners work at their machines; keep each step to its time box. Preparation: Each pair needs its working pong.S from Lab 3. PRG32-QT for debugging; a board per bench if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it jumps by more than one, the increment is outside the direction guard.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Both work; the shift is one simple instruction.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deliberate trap: students usually load score into t registers before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Reload after the call, or finish the score update before calling.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examples/asm_capstone/audio_note_event.S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8: Assembly Capstone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4: Extend It, Sound It, Ship 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score and an edge-triggered sound to your Pong, then build and deliver the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feature as state, rule, and picture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 counter so one event counts once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note through the mixer on an event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button edge to pause the game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and deliver the cartridge to at least two hosts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781353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1353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on an edge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deliverable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Pong, with a visible score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every paddle hit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pause toggled by one press of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.prg32 file running on two hosts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summary printout in your notebook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edits per feature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in the 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table with columns: feature, state, rule, picture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 row for the score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 row for the pause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which function each cell belongs 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score / +1 in the guarded bounce / a bar in draw. Pause: paused, previous_input / toggle on the edge of A / optional text.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rule,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'score: .word 0' to .data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init sets state, set score to 0 there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Build: nothing should change yet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runs exactly as before. A new word of state exists.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guarded bounce in 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it, after the negate, load score, add 1, store it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run; check score in the PRG32-QT memory view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increases by exactly 1 per bounce, not by 2 or 3.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Picture: the score as a bar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t1, 2          # width = score * 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8              # 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              # 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              # height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2016           # green (0x07E0)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by 2 multiplies by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width is computed, not constant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after the clear in draw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score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bar to draw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play to ten points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the bar at 80 points?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the drawn width to 312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bar grows by 4 pixels per hit. Past 78 points it would exceed the screen; the clamp stops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slli a2, t1, 2 instead of mul?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 is not in RV32IMAC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shift is the idiomatic, cheap way to multiply by a power of two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 needs a stack frame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is more accurate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event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# channel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# default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# MIDI note 72: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immediately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in the guarded bounce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 the bounce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call inside the guarded block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Careful: which registers did your block keep in t0, t1 across this call?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play with sound on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note for wall bounces to make them different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short note per paddle hit. If the score breaks after adding sound, a t register was live across the call.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adding the sound, the score shows garbage. Why?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mixer overwrote .data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registers holding the score address were destroyed by the call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and graphics conflict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number was too high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edge, not a level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First, do it wrong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'paused: .word 0'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update: if A is held, toggle paused (xori with 1)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paused is 1, skip the rest of update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try to pause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pause flickers: A is held for several frames, so the flag toggles on each one. A level was used where an edge was needed.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 this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across the next call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previous_input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last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this frame for the next 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NOT held last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s0, t1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newly pressed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 in s0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and replace previous_input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= newly pressed bits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only the A bit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do it right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previous_input: .word 0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s0 in your frame (sw s0, 8(sp)) and restore it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newly-pressed bits as on the slide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paused only when the A bit is newly set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press, one toggle. The game freezes and resumes cleanly.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PRG32-QT, breakpoint on the toggle instruction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and resume twice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does it stop per press?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once per press, however long A is held.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someone else can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inspect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work/pong/pong.S --portable --entry-prefix pong --name my-pong --out work/pong/my-pong.prg32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work/pong/my-pong.prg32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Record: code size, memory size, import model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well under 4 KiB with the ABI-table import model.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to two hosts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work/pong/my-pong.prg32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same file into PRG32-QT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board: esp32c6 upload --url http://192.168.4.1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file behaves identically on every host you try.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and 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.prg32 (not the source) to another pair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theirs for two minutes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bug or rough edge you found, and one thing you liked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note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pair receives a short, concrete review from players who never saw the code.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here to the capstone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the full loop: design, build, debug, ship, review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mechanic for your project and write its table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brief for the deliverables and the date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shows how to publish the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feature as three edits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counter honest with a guard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mixer notes on events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 level from an edge, and implement both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deliver, and review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capstone proposal: one paragraph and a state-rule-picture 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prepare a Store bundle (Chapter 17)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8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examples/asm_capstone/audio_note_event.S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docs/learn/labs/lab_04_sound.md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4: Extend It, Sound It, Ship It - lab</dc:title>
  <dc:subject>Chapter 8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