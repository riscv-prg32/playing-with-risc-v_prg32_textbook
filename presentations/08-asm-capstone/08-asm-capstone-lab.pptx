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1b1df00b-beda-7629-2b4a-218d6c4eccc6}">
          <p14:sldIdLst>
            <p14:sldId id="256"/>
            <p14:sldId id="257"/>
            <p14:sldId id="258"/>
            <p14:sldId id="259"/>
            <p14:sldId id="260"/>
          </p14:sldIdLst>
        </p14:section>
        <p14:section name="Score" id="{2bf6c1f2-6e14-62f7-9992-03240d7d5687}">
          <p14:sldIdLst>
            <p14:sldId id="261"/>
            <p14:sldId id="262"/>
            <p14:sldId id="263"/>
            <p14:sldId id="264"/>
            <p14:sldId id="265"/>
          </p14:sldIdLst>
        </p14:section>
        <p14:section name="Sound" id="{be76e182-1e1d-39c0-8231-d09cd4f8af9f}">
          <p14:sldIdLst>
            <p14:sldId id="266"/>
            <p14:sldId id="267"/>
            <p14:sldId id="268"/>
            <p14:sldId id="269"/>
          </p14:sldIdLst>
        </p14:section>
        <p14:section name="Pause" id="{bc1e7312-1925-f576-e0f0-0be2ec531818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Ship and review" id="{eabdba04-21e0-0bd8-35d7-48736d1b321c}">
          <p14:sldIdLst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osing" id="{d39e91f5-b173-cf23-bcaf-308ce44cb388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8 of the textbook. Practical, step-by-step session: learners work at their machines; keep each step to its time box. Preparation: Continues Lab 3. Step files: labs/08-asm-capstone/step7..9. PRG32-QT for the edge proof; a board per bench if available.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Score: score / +1 in the guarded bounce / a bar. Pause: paused and previous_input / toggle on the edge of A / the frozen game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labs/08-asm-capstone/step7_score.S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labs/08-asm-capstone/step7_score.S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labs/08-asm-capstone/expected/step7_score.png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Both work on RV32IM; the shift needs no second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labs/08-asm-capstone/step8_sound.S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Reasoning question: on some hosts the registers happen to survive, which is exactly why this bug is dangerous.
Screenshot: this step, built and run: labs/08-asm-capstone/expected/step8_sound.png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labs/08-asm-capstone/step9_pause.S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labs/08-asm-capstone/expected/step9_pause.png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0x11 AND NOT 0x10 = 0x01.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8: Assembly Capstone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8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Assembly Lab 4: Extend It, Sound It, Ship It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Score, an event sound, a pause on a button edge, then a cartridge on two hosts: steps 7 to 9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architecture students (RISC-V assembly track)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feature as state, rule and picture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counter honest with a guard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a mixer note on an event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a button level from a button edge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inspect and deliver a cartridge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912791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91279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507151" y="1737360"/>
            <a:ext cx="192662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07151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79491" y="1737360"/>
            <a:ext cx="3159333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79491" y="1737360"/>
            <a:ext cx="315933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4544" y="1737360"/>
            <a:ext cx="2912791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4544" y="1737360"/>
            <a:ext cx="291279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017520"/>
            <a:ext cx="2602154" cy="3200400"/>
          </a:xfrm>
          <a:prstGeom prst="roundRect">
            <a:avLst>
              <a:gd name="adj" fmla="val 28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749040"/>
            <a:ext cx="223639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379394" y="3017520"/>
            <a:ext cx="2602154" cy="3200400"/>
          </a:xfrm>
          <a:prstGeom prst="roundRect">
            <a:avLst>
              <a:gd name="adj" fmla="val 28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62274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562274" y="3749040"/>
            <a:ext cx="223639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210148" y="3017520"/>
            <a:ext cx="2602154" cy="3200400"/>
          </a:xfrm>
          <a:prstGeom prst="roundRect">
            <a:avLst>
              <a:gd name="adj" fmla="val 28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9302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93028" y="3749040"/>
            <a:ext cx="223639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on an edge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040901" y="3017520"/>
            <a:ext cx="2602154" cy="3200400"/>
          </a:xfrm>
          <a:prstGeom prst="roundRect">
            <a:avLst>
              <a:gd name="adj" fmla="val 28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23781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223781" y="3749040"/>
            <a:ext cx="223639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and review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every step works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is a complete file in labs/: read what is new, then run it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textbook folder: labs/run.sh STEP_FILE PREFIX builds and starts it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PRG32_HOME to your PRG32 checkout; set PRG32_URL to run on a board or PRG32-QT, otherwise QEMU starts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screenshot on each slide is that exact file, built and executed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each step: change one thing, predict, run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feature is three edits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986229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word in .data.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03646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3938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82152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66818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in update that change it.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871765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19237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56826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402117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402117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in draw that show it.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7: the rule, inside the guard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blez t1, update_done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guard: bounce only while moving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down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neg  t1, t1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inside the guard: one hit, one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point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The increment sits after the blez guard, so it runs exactly once per bounce. Load, add 1, stor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increment sits after the blez guard, so it runs exactly once per bounce. Load, add 1, store.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7: the picture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score: a bar 4 pixels long per point, at most 312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a2, t1, 2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width = score * 4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312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a2, t2, 1f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a2, t2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a0, 4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4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GREEN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Width = score shifted left by 2 (times 4), clamped to 312 so the bar can never leave the scree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 = score shifted left by 2 (times 4), clamped to 312 so the bar can never leave the screen.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7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08-asm-capstone/step7_score.S pong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five points: the bar is 20 pixels long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score in PRG32-QT memory after each bounce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slli a2, t1, 2 to slli a2, t1, 4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 |  about 6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+1 per bounce, never +2. With a shift of 4 each point is 16 pixels and the clamp at 312 matters after 19 poin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bounce, never +2. With a shift of 4 each point is 16 pixels and the clamp at 312 matters after 19 points.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slli by 2 rather than mul by 4?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 is not available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shift is the idiomatic one-instruction multiply by a power of two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 needs a frame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slli is more precise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Sound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8: a note on the event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channel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instrument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72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MIDI note 72 = C5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255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volume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60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milliseconds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prg32_audio_note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 registers are dead after this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call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Five arguments; the call returns at once and the mixer plays the note. It sits after the score update on purpo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arguments; the call returns at once and the mixer plays the note. It sits after the score update on purpose.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8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08-asm-capstone/step8_sound.S pong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Listen: one note per bounce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note 72 to 60, then 84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may the six sound lines NOT go between the lw and the sw of the score update?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 |  about 6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A C5 at each paddle hit. Between lw and sw the call would sit while t0 and t1 are live: caller-saved registers are not guaranteed to survive a cal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C5 at each paddle hit. Between lw and sw the call would sit while t0 and t1 are live: caller-saved registers are not guaranteed to survive a call.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prg32_audio_note in registers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Argument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channel, 0-7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(default)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a2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MIDI note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= C5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a3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volume, 0-255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a4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duration, ms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9: an edge, not a level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and edge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Level: is A down?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AND mask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on every frame it is held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toggle on a level flickers 30 times a second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Edge: did A just go down?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AND NOT previous AND mask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for one frame per press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press, one toggle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9: detecting the edge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pause: toggle on the EDGE of A, not on its level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survives the calls below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previous_input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buttons held last frame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0(t0)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remember this frame for the next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one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not  t1, t1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t1, s0, t1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set now AND clear before = newly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pressed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BTN_A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9f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paused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xori t2, t2, 1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flip 0 &lt;-&gt;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9:  la   t0, paused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t2, update_done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paused: skip the rest of update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s0 keeps the input across calls. not + and gives the newly pressed bits. xori flips paused between 0 and 1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keeps the input across calls. not + and gives the newly pressed bits. xori flips paused between 0 and 1.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9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08-asm-capstone/step9_pause.S pong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A once: the game freezes. Again: it resumes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A down for two seconds: how many toggles?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input read into s0 and not kept in a0?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  |  about 6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One toggle per press however long A is held (screenshot: paused by one press at frame 100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toggle per press however long A is held (screenshot: paused by one press at frame 100).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PRG32-QT, breakpoint on the xori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Z and press Resume twice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times does it stop?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change 'and t1, s0, t1' to 'mv t1, s0' and repeat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per press. With the level instead of the edge it stops on every frame while Z is held.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previous = 0x10, input = 0x11. Newly pressed?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and A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 and review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 someone else can run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inspect by hand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$PRG32_HOME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3096768"/>
            <a:ext cx="6537960" cy="1167384"/>
          </a:xfrm>
          <a:prstGeom prst="roundRect">
            <a:avLst>
              <a:gd name="adj" fmla="val 6266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3206496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../Playing-with-RISC-V_PRG32_textbook/labs/08-asm-capstone/step9_pause.S --portable --entry-prefix pong --name my-pong --out work/my-pong.prg32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4730496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4840224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summary work/my-pong.prg32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code=3160 mem=3160; import_model abi-table; header_size 100. About 560 bytes are your game; the rest is stubs.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hosts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work/my-pong.prg32 &amp;&amp; python3 -m prg32 qemu run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the same file into PRG32-QT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730496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Board: python3 -m prg32 esp32c6 upload work/my-pong.prg32 --url http://192.168.4.1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behaviour everywhere: the file does not know which host runs it.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Swap and review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your .prg32, not the source, to another pair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theirs for two minutes; try the edges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defect and one thing you liked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the note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short, concrete review from players who never saw your code.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here to the capstone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the loop: design, build, debug, ship, review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mechanic and write its state-rule-picture table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every counter inside a guard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17 publishes the result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 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feature as three edits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a counter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notes on events without clobbering registers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and prove edge detection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and review a cartridge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capstone proposal with a state-rule-picture table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16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prepare a Store bundle (Chapter 17)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8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labs/08-asm-capstone/ and labs/masters/pong.master.S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docs/learn/labs/lab_04_sound.md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Assembly Lab 4: Extend It, Sound It, Ship It - lab</dc:title>
  <dc:subject>Chapter 8</dc:subject>
  <dc:creator>Playing with RISC-V (PRG32 textbook)</dc:creator>
  <cp:lastModifiedBy>Playing with RISC-V (PRG32 textbook)</cp:lastModifiedBy>
  <cp:revision>1</cp:revision>
  <dcterms:created xsi:type="dcterms:W3CDTF">2026-10-05T15:59:15Z</dcterms:created>
  <dcterms:modified xsi:type="dcterms:W3CDTF">2026-10-05T15:59:15Z</dcterms:modified>
</cp:coreProperties>
</file>