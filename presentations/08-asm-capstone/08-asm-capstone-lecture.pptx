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74fc895-7bcb-e23a-85bb-cf93c4ba479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Extending your own game" id="{ca981f84-c8dc-ead1-bfe6-ac47c8d11d52}">
          <p14:sldIdLst>
            <p14:sldId id="265"/>
            <p14:sldId id="266"/>
            <p14:sldId id="267"/>
            <p14:sldId id="268"/>
            <p14:sldId id="269"/>
          </p14:sldIdLst>
        </p14:section>
        <p14:section name="Sound and edges" id="{2a9f168e-1fc0-65fb-2b03-32dd622dcb56}">
          <p14:sldIdLst>
            <p14:sldId id="270"/>
            <p14:sldId id="271"/>
            <p14:sldId id="272"/>
            <p14:sldId id="273"/>
            <p14:sldId id="274"/>
          </p14:sldIdLst>
        </p14:section>
        <p14:section name="Building a cartridge" id="{0164b8cb-fb13-b90b-3c0f-68df67811721}">
          <p14:sldIdLst>
            <p14:sldId id="275"/>
            <p14:sldId id="276"/>
            <p14:sldId id="277"/>
            <p14:sldId id="278"/>
          </p14:sldIdLst>
        </p14:section>
        <p14:section name="When it goes wrong" id="{4614a9b7-1a19-b243-11d5-3bd5ee32f3c5}">
          <p14:sldIdLst>
            <p14:sldId id="279"/>
            <p14:sldId id="280"/>
            <p14:sldId id="281"/>
            <p14:sldId id="282"/>
            <p14:sldId id="283"/>
          </p14:sldIdLst>
        </p14:section>
        <p14:section name="Closing" id="{a62daa78-2eee-d79d-0c33-5ba6efe61506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8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body calls a function, keep the counter in an s register saved in the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t and a registers do not survive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examples/asm_capstone/audio_note_event.S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Audible on the board, in QEMU, and in PRG32-QT. prg32_buzzer_tone is legacy.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0x11 &amp; ~0x10 = 0x01: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8: Assembly Capstone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Extending and Shipping an Assembly Game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real code, extending your own, sound through the mixer, cartridges, and failure analysis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architecture students (RISC-V assembly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unfamiliar game by mapping it onto one you know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 extension as state, rule, and picture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button edge and play a note through the mixer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inspect, and deliver a portable cartridge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common build-time and run-time failures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 capstone project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173163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67523" y="1737360"/>
            <a:ext cx="2173163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67523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986406" y="1737360"/>
            <a:ext cx="1926620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6406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958747" y="1737360"/>
            <a:ext cx="1926620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58747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931087" y="1737360"/>
            <a:ext cx="1680078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31087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656885" y="1737360"/>
            <a:ext cx="940450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56885" y="1737360"/>
            <a:ext cx="9404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is a skill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your game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and edges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cartridge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goes wrong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capstone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will read far more code than you write.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begins by reading a game you did not write.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Breakout is Pong with bricks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the same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Paddle: state, input, clamp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Ball: position, velocity, bounces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 collision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frame: clear, draw from state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bricks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over the bricks in update and in draw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brick when hit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when none remain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an unfamiliar listing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three entry points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exported with .global.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.data first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tells you what the game is.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update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blocks to patterns you know.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draw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state, rendered.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Bricks as bits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bit per brick: 1 present, 0 destroyed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of up to 32 bricks fits in one word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brick with a shifted mask and 'and'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it by clearing the bit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as the input bitmask, used for storage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word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up to 32 bricks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are branches that go backward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Initialise the counter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t0, 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of loop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loop: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uses t0 ...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 t0, t0, 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and repeat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blt t0, t1, loop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loop that calls prg32_gfx_rect, where must the loop counter live?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s register or in memory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your own game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rule, picture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feature is three edits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86229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number must the game remember? Add it to .data and to init.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03646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3938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2152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66818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does it change? Add it to update.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871765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9237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56826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player see it? Add it to draw.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Extensions, analysed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411829"/>
                <a:gridCol w="2411829"/>
                <a:gridCol w="3858927"/>
                <a:gridCol w="241182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Picture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on paddle hit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or a bar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 when the ball is lost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squares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Speed-up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new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|dy| every N hits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player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paddle2_x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player-two bits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rect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one hit once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collision can last several frames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the score in the same guarded block that bounces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guard already makes the block run once per hit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put the increment outside the guard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Showing a number without printf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bar: width = score times a few pixels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prg32_gfx_text8 with a string you build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Digits: divide by 10 repeatedly, add the code of '0'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RV32IM has div and rem: use them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and edges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mixer call, and the frame in which a button goes down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and edge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is the button down?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mask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 every frame it is held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for movement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did it just go down?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~previous &amp; mask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for one frame per press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for firing, menus, sounds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note per new press of 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beep_update: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buttons held this frame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 across the next call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previous_input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buttons held last frame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0(t0)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this frame for the next 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  t1, t1   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buttons NOT held last frame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t1, s0, t1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buttons newly pressed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PRG32_BTN_A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beep_done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was not newly pressed: no sound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    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 instrument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69   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MIDI note 69 = A4 = 440 Hz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  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volume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120  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milliseconds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beep_done: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survives the call: saved in the frame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previous_input is state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+ and: bits newly set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arguments in a0..a4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prg32_audio_note(channel, instrument, note, volume, ms)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641527"/>
                <a:gridCol w="2113222"/>
                <a:gridCol w="633966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7: one of eight mixer voices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is the default instrument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a2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MIDI number: 60 middle C, 69 = A 440 Hz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a3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255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a4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milliseconds; the call returns at once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= 0x10, input = 0x11. Which buttons are newly pressed?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and 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cartridge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file to something you can hand to someone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Build, inspect, run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work/mygame/game.S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--portable --entry-prefix mygame --name mygame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 work/mygame/mygame.prg32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summary work/mygame/mygame.prg32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work/mygame/mygame.prg32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prefix must match your .global names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prints what the firmware will read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no longer needs the firmware ELF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header records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PRG2, the cartridge name, ABI major and minor.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address, code size, memory size.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Offsets of init, update, and draw.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and contract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CRC32 of the payload; ABI hash; required and optional features.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13222"/>
                <a:gridCol w="5811360"/>
                <a:gridCol w="316983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qemu upload FILE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 QEMU first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esp32c6 upload FILE --url http://192.168.4.1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--slot cart1 for another slot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PRG32-QT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import, or esp32c6 upload-and-run --url ...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debug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store publish-bundle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 17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goes wrong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failure like evidence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Build-time failures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962291"/>
                <a:gridCol w="34339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says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undefined symbol &lt;prefix&gt;_init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differs from the labels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them identical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undefined symbol prg32_...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Misspelt or resident-only function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prg32.h and the ABI list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 exceeds RAM limit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+ data over the profile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Shrink, or --cart-ram-kib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relocation truncated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target too far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 jump, or restructure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Run-time failures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486816"/>
                <a:gridCol w="76075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screen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never called or returns early; or wrong build directory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Hangs after first frame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 not saved, or stack not balanced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teleports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 register used across a call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Cartridge rejected at load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 hash or required feature mismatch: rebuild with current tools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 buzzes continuously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 started every frame, not on an edge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capstone that fits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your working Pong or from an example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mechanic, done well, beats five half-done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state-rule-picture table before any code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one third build, one third debug, one third polish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Deliver: source, cartridge, and a one-page explanation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Breakout onto Pong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 feature as state, rule, picture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edge-detection expression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cartridge summary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cause of three failure symptoms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score, edge-triggered sound, and a shipped cartridge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capstone feature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16 (assembly meets C) and Chapter 17 (publishing)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8 and Appendix C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examples/games/breakout/graphics/game.S in the PRG32 repository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docs/software/cartridges.md and docs/tools/audio.md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docs/learn/labs/break_fix_assignments.md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Capstone: Extending and Shipping an Assembly Game - lecture</dc:title>
  <dc:subject>Chapter 8</dc:subject>
  <dc:creator>Playing with RISC-V (PRG32 textbook)</dc:creator>
  <cp:lastModifiedBy>Playing with RISC-V (PRG32 textbook)</cp:lastModifiedBy>
  <cp:revision>1</cp:revision>
  <dcterms:created xsi:type="dcterms:W3CDTF">2026-10-05T08:18:06Z</dcterms:created>
  <dcterms:modified xsi:type="dcterms:W3CDTF">2026-10-05T08:18:06Z</dcterms:modified>
</cp:coreProperties>
</file>