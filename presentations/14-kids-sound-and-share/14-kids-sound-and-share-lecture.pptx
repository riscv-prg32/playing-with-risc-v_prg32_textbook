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8ea9017-174c-54d0-b360-e2195e3ff573}">
          <p14:sldIdLst>
            <p14:sldId id="256"/>
            <p14:sldId id="257"/>
            <p14:sldId id="258"/>
            <p14:sldId id="259"/>
          </p14:sldIdLst>
        </p14:section>
        <p14:section name="Beep!" id="{926db098-3ab9-7e70-14ca-6da09dd253f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Notes" id="{78a99734-54e9-af06-0122-0b56eff7a9cd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Sprites" id="{eb8bd590-c053-bdc6-7149-8a527fdc769a}">
          <p14:sldIdLst>
            <p14:sldId id="272"/>
            <p14:sldId id="273"/>
            <p14:sldId id="274"/>
          </p14:sldIdLst>
        </p14:section>
        <p14:section name="Under the blocks" id="{630ebe6e-5e03-45f0-77c6-e85608fef45d}">
          <p14:sldIdLst>
            <p14:sldId id="275"/>
            <p14:sldId id="276"/>
            <p14:sldId id="277"/>
            <p14:sldId id="278"/>
          </p14:sldIdLst>
        </p14:section>
        <p14:section name="Cartridges and sharing" id="{a2fb18c4-8895-78e1-39ff-6d9a2515980b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losing" id="{1376d28b-375f-28cf-fd29-3abbf9e7c2c1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14 of the textbook. Front lecture: about 45 minutes including the questions. Preparation: Speakers on. A piano keyboard picture or a real instrument for the notes. If possible, a PRG32 board or PRG32-QT to show a cartridge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Sounds belong to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is the C in the middle of a piano. Play them on an instrument if you have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old game-maker's trick: hide things by drawing them off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 bigger note number is a higher 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sprite zoomed in, then small: squares up close, a picture from far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becomes one line. Find them together in a pupil's generated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Discuss why each of the others is not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14: Sound, Pictures, Sharing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4 and 5: Sound, Pictures, and Sharing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Beeps and notes, pixel pictures, the secret under the blocks, and your game on a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sound that plays when something happens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a sprite and a pixel are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block in the C code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cartridge is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two rules for sharing safely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2912791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Beep!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and the Music Pad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blocks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and sharing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your eyes. Can you tell what happened in the game?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sound, you can.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Beep!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pink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beep block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255264" cy="566928"/>
          </a:xfrm>
          <a:prstGeom prst="roundRect">
            <a:avLst>
              <a:gd name="adj" fmla="val 1612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beep freq 880 ms 80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freq: how HIGH the sound is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number: squeaky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number: growly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ms: how LONG it lasts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numbers make a sound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freq: high or low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880: a high beep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440: in the middle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220: a low beep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them!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ms: short or long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ms is one second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ms is half a second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 is very short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is best for games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happy beep when you catch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3255264" cy="566928"/>
          </a:xfrm>
          <a:prstGeom prst="roundRect">
            <a:avLst>
              <a:gd name="adj" fmla="val 1612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beep freq 880 ms 80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beep is INSIDE the if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plays only on a catch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and short: happy!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 gets a low beep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goes inside an if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beep alone in update plays every frame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thirty beeps a second: just noise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inside an if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 plays only when something happens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should the 'miss' beep go?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when game starts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Alone in every frame update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if that checks the floor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frame draw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has numbers too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 are numbered like piano keys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72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Music Pad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474720"/>
            <a:ext cx="877824" cy="877824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50592" y="3474720"/>
            <a:ext cx="877824" cy="87782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21024" y="3474720"/>
            <a:ext cx="877824" cy="877824"/>
          </a:xfrm>
          <a:prstGeom prst="rect">
            <a:avLst/>
          </a:prstGeom>
          <a:solidFill>
            <a:srgbClr val="F80000"/>
          </a:solidFill>
          <a:ln w="12700">
            <a:solidFill>
              <a:srgbClr val="F8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91456" y="3474720"/>
            <a:ext cx="877824" cy="877824"/>
          </a:xfrm>
          <a:prstGeom prst="rect">
            <a:avLst/>
          </a:prstGeom>
          <a:solidFill>
            <a:srgbClr val="F800F8"/>
          </a:solidFill>
          <a:ln w="12700">
            <a:solidFill>
              <a:srgbClr val="F800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4498848"/>
            <a:ext cx="877824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coloured pads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button plays a note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 bar shows which one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one note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491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0599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400</a:t>
            </a:r>
            <a:endParaRPr lang="en-US" sz="1491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766060"/>
            <a:ext cx="2706761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491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32613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</a:t>
            </a:r>
            <a:endParaRPr lang="en-US" sz="1491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388620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60 on channel 0 for 120 ms</a:t>
            </a:r>
            <a:endParaRPr lang="en-US" sz="1491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446270"/>
            <a:ext cx="2502256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UP pressed</a:t>
            </a:r>
            <a:endParaRPr lang="en-US" sz="1491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500634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104</a:t>
            </a:r>
            <a:endParaRPr lang="en-US" sz="1491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56641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64 on channel 0 for 120 ms</a:t>
            </a:r>
            <a:endParaRPr lang="en-US" sz="1491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plays note 60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plays note 64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marker jumps under the pad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and A come next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trick of 400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only 320 wide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400 is OFF the screen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bar hides there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button brings it back under a pad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 60, 64, 67. Which is the highest sound?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same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pictures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Pictures are made of pixels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tiny coloured square.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picture used in a game.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 16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pixels across, 16 down: 256 pixels in all.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 Lab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Sprite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name. Keep 16 by 16.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colour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one pixel at a time.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Erased pixels are see-through.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picture is stored.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blocks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computer does not really understand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understands a language of words and symbols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such language is called C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Grown-up programmers type it by hand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 C to see your game in C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blocks, in C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block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thing in C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score to 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 = 0;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basket_x by 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basket_x += 4;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button LEFT pressed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(input &amp; PRG32_BTN_LEFT) { }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screen BLACK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prg32_gfx_clear(PRG32_COLOR_BLACK);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blocks ARE a real program.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students at university write the same thing, with words.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Cartridges and sharing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goes out into the world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blocks to a real machine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blocks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made these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.prg32 file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PRG32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PRG32-QT app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ago, games came on plastic cartridges you pushed into the machine. Ours are files.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cartridge can be played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console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computer with a screen and a joystick.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for computers, tablets, phones and TVs.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of games anyone can play.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game gets into the Store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it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teacher, click Publish.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editor checks it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class, that is your teacher.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appears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everyone can find it and play.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for sharing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what YOU made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someone else's work.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private things private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full name, address, or photo in a game.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kind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people will read your title and words.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is OK to put in your game's title?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home address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funny name for your game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friend's phone number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 word about someone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belong inside an if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have numbers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sprite is a picture made of pixels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become C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carries your game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has rules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 sound, draw a sprite, and make a cartridge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best game to share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title and one sentence about it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4 and 5: Sound, Pictures, and Sharing - lecture</dc:title>
  <dc:subject>Chapter 14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