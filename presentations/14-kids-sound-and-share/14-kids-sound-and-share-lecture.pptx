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329c9b2-d451-667d-e6e9-66c7e43bcb64}">
          <p14:sldIdLst>
            <p14:sldId id="256"/>
            <p14:sldId id="257"/>
            <p14:sldId id="258"/>
            <p14:sldId id="259"/>
          </p14:sldIdLst>
        </p14:section>
        <p14:section name="Beep!" id="{6065f7c3-e954-20de-8557-b45025513093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Notes" id="{59f9a2a3-cfe6-f61e-21bc-62aed9516fee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Sprites" id="{ef6d590b-fd7f-20a0-4c29-d6e44b8ab5ca}">
          <p14:sldIdLst>
            <p14:sldId id="272"/>
            <p14:sldId id="273"/>
            <p14:sldId id="274"/>
          </p14:sldIdLst>
        </p14:section>
        <p14:section name="Under the blocks" id="{90bb0f6b-416a-8b6d-083b-9b4e643a359f}">
          <p14:sldIdLst>
            <p14:sldId id="275"/>
            <p14:sldId id="276"/>
            <p14:sldId id="277"/>
            <p14:sldId id="278"/>
          </p14:sldIdLst>
        </p14:section>
        <p14:section name="Cartridges and sharing" id="{9de5d380-026c-8474-e924-649873717113}">
          <p14:sldIdLst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Closing" id="{629e0b37-899d-2168-dd47-79f3c517ca28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14 of the textbook. Front lecture: about 45 minutes including the questions. Preparation: Speakers on. A piano keyboard picture or a real instrument for the notes. If possible, a PRG32 board or PRG32-QT to show a cartridge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Sounds belong to events.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is the C in the middle of a piano. Play them on an instrument if you have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old game-maker's trick: hide things by drawing them off the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A bigger note number is a higher sound.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sprite zoomed in, then small: squares up close, a picture from far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block becomes one line. Find them together in a pupil's generated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Discuss why each of the others is not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14: Sound, Pictures, Sharing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14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Missions 4 and 5: Sound, Pictures, and Sharing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Beeps and notes, pixel pictures, the secret under the blocks, and your game on a cartridge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children aged 7 and over, led by a teacher (read aloud for the youngest)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you will learn 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sound that plays when something happens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a sprite and a pixel are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block in the C code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a cartridge is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two rules for sharing safely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520980" y="1737360"/>
            <a:ext cx="2173163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20980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739864" y="1737360"/>
            <a:ext cx="1926620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39864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712204" y="1737360"/>
            <a:ext cx="1926620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2204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684544" y="1737360"/>
            <a:ext cx="2912791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4544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Beep!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and the Music Pad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Sprites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blocks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Cartridges and sharing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your eyes. Can you tell what happened in the game?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sound, you can.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Beep!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pink blocks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beep block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3255264" cy="566928"/>
          </a:xfrm>
          <a:prstGeom prst="roundRect">
            <a:avLst>
              <a:gd name="adj" fmla="val 16129"/>
            </a:avLst>
          </a:prstGeom>
          <a:solidFill>
            <a:srgbClr val="A03A8A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beep freq 880 ms 80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freq: how HIGH the sound is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692908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number: squeaky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3922776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number: growly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515264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ms: how LONG it lasts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numbers make a sound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freq: high or low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880: a high beep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440: in the middle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220: a low beep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them!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ms: short or long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 ms is one second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ms is half a second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ms is very short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is best for games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happy beep when you catch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760720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rect lemon_x lemon_y 10 10 touches rect basket_x 180 32 8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439162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score by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3255264" cy="566928"/>
          </a:xfrm>
          <a:prstGeom prst="roundRect">
            <a:avLst>
              <a:gd name="adj" fmla="val 16129"/>
            </a:avLst>
          </a:prstGeom>
          <a:solidFill>
            <a:srgbClr val="A03A8A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beep freq 880 ms 80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beep is INSIDE the if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2692908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plays only on a catch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3922776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and short: happy!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5152644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 gets a low beep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Sound goes inside an if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beep alone in update plays every frame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thirty beeps a second: just noise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it inside an if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it plays only when something happens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should the 'miss' beep go?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when game starts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Alone in every frame update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if that checks the floor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every frame draw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has numbers too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Notes are numbered like piano keys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232713"/>
                <a:gridCol w="1232713"/>
                <a:gridCol w="1232713"/>
                <a:gridCol w="1232713"/>
                <a:gridCol w="1232713"/>
                <a:gridCol w="1232713"/>
                <a:gridCol w="1232713"/>
                <a:gridCol w="1232713"/>
                <a:gridCol w="12327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72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Music Pad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3474720"/>
            <a:ext cx="877824" cy="877824"/>
          </a:xfrm>
          <a:prstGeom prst="rect">
            <a:avLst/>
          </a:prstGeom>
          <a:solidFill>
            <a:srgbClr val="0000F8"/>
          </a:solidFill>
          <a:ln w="12700">
            <a:solidFill>
              <a:srgbClr val="0000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450592" y="3474720"/>
            <a:ext cx="877824" cy="877824"/>
          </a:xfrm>
          <a:prstGeom prst="rect">
            <a:avLst/>
          </a:prstGeom>
          <a:solidFill>
            <a:srgbClr val="00FC00"/>
          </a:solidFill>
          <a:ln w="12700">
            <a:solidFill>
              <a:srgbClr val="00FC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21024" y="3474720"/>
            <a:ext cx="877824" cy="877824"/>
          </a:xfrm>
          <a:prstGeom prst="rect">
            <a:avLst/>
          </a:prstGeom>
          <a:solidFill>
            <a:srgbClr val="F80000"/>
          </a:solidFill>
          <a:ln w="12700">
            <a:solidFill>
              <a:srgbClr val="F8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91456" y="3474720"/>
            <a:ext cx="877824" cy="877824"/>
          </a:xfrm>
          <a:prstGeom prst="rect">
            <a:avLst/>
          </a:prstGeom>
          <a:solidFill>
            <a:srgbClr val="F800F8"/>
          </a:solidFill>
          <a:ln w="12700">
            <a:solidFill>
              <a:srgbClr val="F800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50592" y="4498848"/>
            <a:ext cx="877824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1463040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coloured pads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3102864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button plays a note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4742688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white bar shows which one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one note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297750" cy="486918"/>
          </a:xfrm>
          <a:prstGeom prst="roundRect">
            <a:avLst>
              <a:gd name="adj" fmla="val 1877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update</a:t>
            </a:r>
            <a:endParaRPr lang="en-US" sz="1491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05990"/>
            <a:ext cx="2400003" cy="486918"/>
          </a:xfrm>
          <a:prstGeom prst="roundRect">
            <a:avLst>
              <a:gd name="adj" fmla="val 1877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marker_x to 400</a:t>
            </a:r>
            <a:endParaRPr lang="en-US" sz="1491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766060"/>
            <a:ext cx="2706761" cy="486918"/>
          </a:xfrm>
          <a:prstGeom prst="roundRect">
            <a:avLst>
              <a:gd name="adj" fmla="val 1877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LEFT pressed</a:t>
            </a:r>
            <a:endParaRPr lang="en-US" sz="1491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3326130"/>
            <a:ext cx="2297750" cy="486918"/>
          </a:xfrm>
          <a:prstGeom prst="roundRect">
            <a:avLst>
              <a:gd name="adj" fmla="val 1877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marker_x to 40</a:t>
            </a:r>
            <a:endParaRPr lang="en-US" sz="1491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3886200"/>
            <a:ext cx="4649564" cy="486918"/>
          </a:xfrm>
          <a:prstGeom prst="roundRect">
            <a:avLst>
              <a:gd name="adj" fmla="val 18779"/>
            </a:avLst>
          </a:prstGeom>
          <a:solidFill>
            <a:srgbClr val="A03A8A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MIDI note 60 on channel 0 for 120 ms</a:t>
            </a:r>
            <a:endParaRPr lang="en-US" sz="1491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446270"/>
            <a:ext cx="2502256" cy="486918"/>
          </a:xfrm>
          <a:prstGeom prst="roundRect">
            <a:avLst>
              <a:gd name="adj" fmla="val 1877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UP pressed</a:t>
            </a:r>
            <a:endParaRPr lang="en-US" sz="1491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5006340"/>
            <a:ext cx="2400003" cy="486918"/>
          </a:xfrm>
          <a:prstGeom prst="roundRect">
            <a:avLst>
              <a:gd name="adj" fmla="val 1877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marker_x to 104</a:t>
            </a:r>
            <a:endParaRPr lang="en-US" sz="1491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5566410"/>
            <a:ext cx="4649564" cy="486918"/>
          </a:xfrm>
          <a:prstGeom prst="roundRect">
            <a:avLst>
              <a:gd name="adj" fmla="val 18779"/>
            </a:avLst>
          </a:prstGeom>
          <a:solidFill>
            <a:srgbClr val="A03A8A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MIDI note 64 on channel 0 for 120 ms</a:t>
            </a:r>
            <a:endParaRPr lang="en-US" sz="1491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plays note 60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2692908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plays note 64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3922776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marker jumps under the pad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0" y="515264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and A come next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trick of 400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 is only 320 wide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400 is OFF the screen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bar hides there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button brings it back under a pad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Notes 60, 64, 67. Which is the highest sound?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the same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Sprites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pictures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Pictures are made of pixels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tiny coloured square.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Sprite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picture used in a game.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by 16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pixels across, 16 down: 256 pixels in all.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Sprite Lab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Sprite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a name. Keep 16 by 16.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colour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one pixel at a time.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Eraser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Erased pixels are see-through.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picture is stored.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the blocks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secret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computer does not really understand blocks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understands a language of words and symbols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such language is called C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Grown-up programmers type it by hand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Generate C to see your game in C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blocks, in C</a:t>
            </a:r>
            <a:endParaRPr lang="en-US" sz="3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block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same thing in C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score to 0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 = 0;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basket_x by 4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basket_x += 4;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button LEFT pressed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(input &amp; PRG32_BTN_LEFT) { }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 screen BLACK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prg32_gfx_clear(PRG32_COLOR_BLACK);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blocks ARE a real program.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students at university write the same thing, with words.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Cartridges and sharing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game goes out into the world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blocks to a real machine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blocks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made these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program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.prg32 file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PRG32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the PRG32-QT app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ago, games came on plastic cartridges you pushed into the machine. Ours are files.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 cartridge can be played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console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computer with a screen and a joystick.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 for computers, tablets, phones and TVs.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Store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library of games anyone can play.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game gets into the Store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986229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send it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your teacher, click Publish.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03646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3938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82152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66818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editor checks it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class, that is your teacher.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871765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19237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56826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appears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402117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everyone can find it and play.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for sharing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what YOU made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someone else's work.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private things private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full name, address, or photo in a game.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kind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people will read your title and words.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is OK to put in your game's title?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home address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funny name for your game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friend's phone number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 word about someone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you know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Sounds belong inside an if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have numbers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sprite is a picture made of pixels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become C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cartridge carries your game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has rules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time, and for grown-ups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add sound, draw a sprite, and make a cartridge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best game to share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a title and one sentence about it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grown-ups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Part IV (pupil chapters) and Chapter 15 (teacher's guide)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Construction Kit: github.com/riscv-prg32/PRG32-Construction-Kit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projects: examples/blocks_first_steps/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Unplugged activities (Bell et al.)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Missions 4 and 5: Sound, Pictures, and Sharing - lecture</dc:title>
  <dc:subject>Chapter 14</dc:subject>
  <dc:creator>Playing with RISC-V (PRG32 textbook)</dc:creator>
  <cp:lastModifiedBy>Playing with RISC-V (PRG32 textbook)</cp:lastModifiedBy>
  <cp:revision>1</cp:revision>
  <dcterms:created xsi:type="dcterms:W3CDTF">2026-10-05T08:18:07Z</dcterms:created>
  <dcterms:modified xsi:type="dcterms:W3CDTF">2026-10-05T08:18:07Z</dcterms:modified>
</cp:coreProperties>
</file>