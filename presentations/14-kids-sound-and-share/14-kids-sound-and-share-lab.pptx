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228efd5-bb78-976d-99b6-f1bb1efece9b}">
          <p14:sldIdLst>
            <p14:sldId id="256"/>
            <p14:sldId id="257"/>
            <p14:sldId id="258"/>
            <p14:sldId id="259"/>
          </p14:sldIdLst>
        </p14:section>
        <p14:section name="Mission 4" id="{9718444c-0004-6079-4c58-fb7eca457e4d}">
          <p14:sldIdLst>
            <p14:sldId id="260"/>
            <p14:sldId id="261"/>
            <p14:sldId id="262"/>
            <p14:sldId id="263"/>
            <p14:sldId id="264"/>
          </p14:sldIdLst>
        </p14:section>
        <p14:section name="The Music Pad" id="{f5f0c4a2-fc0c-faa7-f975-e4aa3c0d9e81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Sprite Lab" id="{fa1df299-7e45-747e-bf32-60e205cc966e}">
          <p14:sldIdLst>
            <p14:sldId id="273"/>
            <p14:sldId id="274"/>
            <p14:sldId id="275"/>
          </p14:sldIdLst>
        </p14:section>
        <p14:section name="Peek at the C" id="{8d0262b2-77cf-d891-ac4b-d15e8048a720}">
          <p14:sldIdLst>
            <p14:sldId id="276"/>
            <p14:sldId id="277"/>
            <p14:sldId id="278"/>
          </p14:sldIdLst>
        </p14:section>
        <p14:section name="Mission 5" id="{e312a2a9-3c6e-170d-c888-024c67c67f62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osing" id="{f7005354-d871-55f9-8020-ca4ae7d997b4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14 of the textbook. Practical, step-by-step session: learners work at their machines; keep each step to its time box. Preparation: Headphones or low speaker volume. Decide beforehand whether Compile Cartridge will produce real cartridges (toolchain) and whether you will publish to a school Store. Reference: music_pad.blocks.json.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+= means add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14: Sound, Pictures, Sharing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Missions 4 and 5 Workshop: Sound It, Draw It, Share 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beeps, build the Music Pad, paint a sprite, peek at the C, and make a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happy beep and a sad beep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Music Pad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save a sprite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of your blocks in the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cartridge and share it with your teacher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98374" y="1737360"/>
            <a:ext cx="118699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98374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Beeps in Lemon Catcher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Pad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 Lab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at the C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and showcase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on, but quiet!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and navigator, swapping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Play, listen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often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4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happy beep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760720" cy="566928"/>
          </a:xfrm>
          <a:prstGeom prst="roundRect">
            <a:avLst>
              <a:gd name="adj" fmla="val 1612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rect lemon_x lemon_y 10 10 touches rect basket_x 180 32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439162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score by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3255264" cy="566928"/>
          </a:xfrm>
          <a:prstGeom prst="roundRect">
            <a:avLst>
              <a:gd name="adj" fmla="val 1612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beep freq 880 ms 80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Lemon Catcher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'caught' block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Audio drawer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beep inside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Happy and sad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'play beep freq 880 ms 80' inside the caught block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'play beep freq 220 ms 150' inside the missed block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your eyes: catch or miss?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short beep for a catch, a low longer beep for a miss.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880 to 1760. Higher or lower?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80 to 500. What changed?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sounds you like best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freq is higher. Bigger ms is longer.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a beep block out and put it alone in update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two seconds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back inside the if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horrible buzzing! A beep every frame is noise. Sounds go inside an if.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Music Pad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the Music Pad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Project: Music Pad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starts: set marker_x to 400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 with one start block.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pads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40 y 80 w 48 h 48 color BLUE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529209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104 y 80 w 48 h 48 color GREEN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062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168 y 80 w 48 h 48 color RED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46320"/>
            <a:ext cx="5329809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232 y 80 w 48 h 48 color MAGENTA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486400"/>
            <a:ext cx="527151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marker_x y 136 w 48 h 6 color WHITE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pads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x changes: 40, 104, 168, 232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one is the marker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look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draw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coloured squares in a row. No white bar: it is hiding at x = 400.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the notes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491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0599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400</a:t>
            </a:r>
            <a:endParaRPr lang="en-US" sz="1491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766060"/>
            <a:ext cx="2706761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491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326130"/>
            <a:ext cx="2297750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40</a:t>
            </a:r>
            <a:endParaRPr lang="en-US" sz="1491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388620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60 on channel 0 for 120 ms</a:t>
            </a:r>
            <a:endParaRPr lang="en-US" sz="1491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446270"/>
            <a:ext cx="2502256" cy="486918"/>
          </a:xfrm>
          <a:prstGeom prst="roundRect">
            <a:avLst>
              <a:gd name="adj" fmla="val 18779"/>
            </a:avLst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UP pressed</a:t>
            </a:r>
            <a:endParaRPr lang="en-US" sz="1491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5006340"/>
            <a:ext cx="2400003" cy="486918"/>
          </a:xfrm>
          <a:prstGeom prst="roundRect">
            <a:avLst>
              <a:gd name="adj" fmla="val 1877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marker_x to 104</a:t>
            </a:r>
            <a:endParaRPr lang="en-US" sz="1491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566410"/>
            <a:ext cx="4649564" cy="486918"/>
          </a:xfrm>
          <a:prstGeom prst="roundRect">
            <a:avLst>
              <a:gd name="adj" fmla="val 18779"/>
            </a:avLst>
          </a:prstGeom>
          <a:solidFill>
            <a:srgbClr val="A03A8A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91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MIDI note 64 on channel 0 for 120 ms</a:t>
            </a:r>
            <a:endParaRPr lang="en-US" sz="1491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these first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add RIGHT: 168, note 67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add A: 232, note 72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music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update with all four buttons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LEFT, UP, RIGHT, A in order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rising notes, and the white bar jumps under each pad.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Playing 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474720"/>
            <a:ext cx="877824" cy="877824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50592" y="3474720"/>
            <a:ext cx="877824" cy="87782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21024" y="3474720"/>
            <a:ext cx="877824" cy="877824"/>
          </a:xfrm>
          <a:prstGeom prst="rect">
            <a:avLst/>
          </a:prstGeom>
          <a:solidFill>
            <a:srgbClr val="F80000"/>
          </a:solidFill>
          <a:ln w="12700">
            <a:solidFill>
              <a:srgbClr val="F8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91456" y="3474720"/>
            <a:ext cx="877824" cy="877824"/>
          </a:xfrm>
          <a:prstGeom prst="rect">
            <a:avLst/>
          </a:prstGeom>
          <a:solidFill>
            <a:srgbClr val="F800F8"/>
          </a:solidFill>
          <a:ln w="12700">
            <a:solidFill>
              <a:srgbClr val="F800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4498848"/>
            <a:ext cx="877824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is the green pad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bar is under it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74268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hear note 64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tune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four note numbers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note table: 60 62 64 65 67 69 71 72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your tune to another pair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four-note tune of your own that another pair can play back.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 Lab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with pixels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lemon with a face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Sprite Lab at the 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Sprite: name it lemon, 16 by 16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a yellow lemon; give it eyes and a smile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16 by 16 picture, saved with your name on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the pixels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pixels across?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down?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altogether? (16 times 16)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Convert to C: how many numbers do you see?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across, 16 down, 256 in all. The C shows 256 numbers: one for each pixel.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Peek at the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your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Lemon Catcher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 C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 for 'change score by 1'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lines for 'keep basket_x between 0 and 288'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+= 1; and two lines that start with if. One block can become more than one line.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C, 'change score by 1' is written...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1;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+= 1;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== 1;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(score)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5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on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 to share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best game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title: is it a good name?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no full names, no private things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it once more from the start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you are proud of, with a title that is kind and safe.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Compile Cartridge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the message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green download buttons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buttons mean a real cartridge was made. If there are none, your teacher will explain the source bundle.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with your teacher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your teacher over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Publish page together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Publish next to your game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 checks it and says yes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is waiting for review, then it appears in the class Store.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Showcase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seats with another pair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their game for two minutes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one thing you liked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one idea to make it even better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has been played by someone who did not make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a game maker!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that mean something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musical instrument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sprite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real C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with your game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shared it safely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making games: there are more examples on the Kit's home page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your game to your family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day: try writing the C yourself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Missions 4 and 5 Workshop: Sound It, Draw It, Share It - lab</dc:title>
  <dc:subject>Chapter 14</dc:subject>
  <dc:creator>Playing with RISC-V (PRG32 textbook)</dc:creator>
  <cp:lastModifiedBy>Playing with RISC-V (PRG32 textbook)</cp:lastModifiedBy>
  <cp:revision>1</cp:revision>
  <dcterms:created xsi:type="dcterms:W3CDTF">2026-10-05T08:18:07Z</dcterms:created>
  <dcterms:modified xsi:type="dcterms:W3CDTF">2026-10-05T08:18:07Z</dcterms:modified>
</cp:coreProperties>
</file>