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6d158c5-2746-79de-29dc-c9349bca1577}">
          <p14:sldIdLst>
            <p14:sldId id="256"/>
            <p14:sldId id="257"/>
            <p14:sldId id="258"/>
            <p14:sldId id="259"/>
          </p14:sldIdLst>
        </p14:section>
        <p14:section name="Import and run" id="{ae809deb-a7db-77a7-7e09-8e68480ab72e}">
          <p14:sldIdLst>
            <p14:sldId id="260"/>
            <p14:sldId id="261"/>
            <p14:sldId id="262"/>
            <p14:sldId id="263"/>
            <p14:sldId id="264"/>
          </p14:sldIdLst>
        </p14:section>
        <p14:section name="Views and stepping" id="{0a51964b-7439-765a-6cde-5b7769376f88}">
          <p14:sldIdLst>
            <p14:sldId id="265"/>
            <p14:sldId id="266"/>
            <p14:sldId id="267"/>
            <p14:sldId id="268"/>
            <p14:sldId id="269"/>
          </p14:sldIdLst>
        </p14:section>
        <p14:section name="Input in a0" id="{c5d29ebb-28d6-9dd0-949a-4fad9f88f0a2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Memory" id="{4bb32347-393e-fe0a-f0e6-686516c8cf09}">
          <p14:sldIdLst>
            <p14:sldId id="276"/>
            <p14:sldId id="277"/>
            <p14:sldId id="278"/>
            <p14:sldId id="279"/>
          </p14:sldIdLst>
        </p14:section>
        <p14:section name="Scripted control" id="{0d616dd7-8d86-bed5-2043-9c9c3996608c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89618f7c-18f4-0946-c4c9-badee7e08a1d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4 of the textbook. Practical, step-by-step session: learners work at their machines; keep each step to its time box. Preparation: PRG32-QT installed. Each pair needs a Pong cartridge: build examples/complete/pong_c_game.c beforehand or distribute pong.prg32.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2 or 4? The C extension encodes common instructions in 16 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RV32IMAC includes the C extension: 16-bit encodings of common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compiled C cartridge the call appears as a jump through the ABI table; look for the first jalr in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 is frozen while paused: hold the key, then press Resume.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AND with the mask keeps only bit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Little-endian: the least significant byte comes first in the dump.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Little-endian: the bytes read backwards give 0x00000104 = 260.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4: PRG32-QT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Debugger Lab: Watch a Register Change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 cartridge into PRG32-QT, set breakpoints, single-step, and read registers and memory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run your own cartridge in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the init, update, and draw entry points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a breakpoint and single-step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input bitmask in a0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variable in guest memory and watch it change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debugger from a script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205289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28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run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and stepping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in a0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control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on the bench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running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Pong cartridge: pong.prg32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matching source file open in an editor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lab notebook: predictions go in before observations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and run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cartridge on a third host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Pong (if you have not)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examples/games/pong/c/game.c --portable --entry-prefix pong_c --name pong --out work/pong.prg32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4023360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work/pong.prg32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of about 3 KiB. The summary shows the ABI-table import model.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and play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PRG32-QT, import work/pong.prg32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Run Cartridge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arrow keys for one minute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Escape to return to Setup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 runs exactly as in QEMU. No firmware was involved.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Enable debug mode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'Run cartridges in RISC-V debug mode'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Pong again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four areas: game, assembly, registers, memory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on the left stays playable; the debugger appears on the right. The listing scrolls as the program counter moves.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3000" dirty="0"/>
          </a:p>
        </p:txBody>
      </p:sp>
      <p:pic>
        <p:nvPicPr>
          <p:cNvPr id="3" name="Image 0" descr="Left: the game and telemetry. Right: assembly, registers, 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6807" y="1463040"/>
            <a:ext cx="5958081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game and telemetry. Right: assembly, registers, memory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Views and stepping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machine between two instructions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speed selector to 0.1x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highlighted row move through the listing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0.01x: how long does one frame take now?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1x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0.01x one frame takes several seconds; the highlighted instruction visibly advances.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and step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Pause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value of pc and of ra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Step five times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step, note which registers changed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advances by 2 or 4 bytes per instruction (compressed or not), except at jumps. Usually one register changes per step.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 increased by 2 after one step. Why not 4?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skipped an instruction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was a 16-bit compressed encoding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counts in words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branch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entry points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Init: note the address of the first instruction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Update: note its address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Draw: note its address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the offsets printed by cartridge summary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equals the load address 0x40800000 plus the corresponding offset from the cartridge header.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in a0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bitmask, seen in a 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after the input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call that reads input, and the instruction after 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gutter beside that next instruction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the bug toggle is highlighted; press Resume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stops at your breakpoint once per frame, immediately after the input read returned.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bitmask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key held, resume and read a0 at the stop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LEFT, resume, read a0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and Z together, resume, read a0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RIGHT, resume, read a0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= 0x00000000, 0x00000001, 0x00000011, 0x00000002.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your readings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 held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+ 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 a decision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breakpoint, step until you reach a branch instruction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taken or not taken, given a0?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once and check pc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a different key held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tested button held the branch goes one way; without it, the other. The decision is visible as a change of pc.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'andi t0, a0, 1' with a0 = 0x11, what is t0?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variable and watch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where state lives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cartridge summary, note the code size and the memory size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memory field, enter 0x40800000 and press Inspect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addresses upward towards the end of the code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bytes that are not instructions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bytes are code. Data and variables follow the code, inside the cartridge's memory size.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paddle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the game and move the paddle to the far left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Pause; inspect memory near the end of the cartridge image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32-bit word that is 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right, pause again: which word grew?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tracks the paddle x coordinate: 0 at the left edge, growing as you move right.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dump shows '04 01 00 00' for a 32-bit variable. Its value?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0x04010000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0x00000104 = 260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0x0401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Scripted control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as an instrument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device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device URL shown by PRG32-QT, or resolve prg32-host.local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309676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http://HOST:PORT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cartridge RAM size it reports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 description of the runtime, as a board would return.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Pause, step, read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enable --url http://HOST:PORT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pause --url http://HOST:PORT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step --url http://HOST:PORT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state --url http://HOST:PORT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freezes; each step advances one instruction; state prints pc, the 32 registers, and the phase (update or draw).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claim from the lecture did you see with your own eyes?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this debugger not tell you about the real board?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check that a function preserves s0?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 scriptable debugger useful for automatic marking?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debug a cartridge in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header offsets to addresses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input bitmask in a0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branch decide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and read a variable in a little-endian dump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debugger from the command line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you will use this debugger in every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track: use it when a game misbehaves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up the a0 table with an explanation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docs/DEBUGGING.md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docs/software/api.md (debugger API)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docs/learn/labs/debugging_register_tracing.md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Debugger Lab: Watch a Register Change - lab</dc:title>
  <dc:subject>Chapter 4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