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f492ab0-0b0a-9ac8-0f18-7f84e518fcdc}">
          <p14:sldIdLst>
            <p14:sldId id="256"/>
            <p14:sldId id="257"/>
            <p14:sldId id="258"/>
            <p14:sldId id="259"/>
            <p14:sldId id="260"/>
          </p14:sldIdLst>
        </p14:section>
        <p14:section name="Build and import" id="{853c7571-bdae-6400-0cfa-67134b626c7d}">
          <p14:sldIdLst>
            <p14:sldId id="261"/>
            <p14:sldId id="262"/>
            <p14:sldId id="263"/>
          </p14:sldIdLst>
        </p14:section>
        <p14:section name="The trampoline" id="{95c6c218-8ac3-d647-1bbe-14ad3b1dc7c1}">
          <p14:sldIdLst>
            <p14:sldId id="264"/>
            <p14:sldId id="265"/>
            <p14:sldId id="266"/>
            <p14:sldId id="267"/>
          </p14:sldIdLst>
        </p14:section>
        <p14:section name="Input in a0" id="{3c27c2a2-fab4-a5f5-4d96-ea4f04b4cf78}">
          <p14:sldIdLst>
            <p14:sldId id="268"/>
            <p14:sldId id="269"/>
            <p14:sldId id="270"/>
            <p14:sldId id="271"/>
            <p14:sldId id="272"/>
          </p14:sldIdLst>
        </p14:section>
        <p14:section name="Memory" id="{c8a4618d-0426-0135-acba-c62342855c0c}">
          <p14:sldIdLst>
            <p14:sldId id="273"/>
            <p14:sldId id="274"/>
            <p14:sldId id="275"/>
            <p14:sldId id="276"/>
            <p14:sldId id="277"/>
          </p14:sldIdLst>
        </p14:section>
        <p14:section name="Scripted control" id="{c6c80103-4a41-2687-7da5-bf2a32b009af}">
          <p14:sldIdLst>
            <p14:sldId id="278"/>
            <p14:sldId id="279"/>
            <p14:sldId id="280"/>
            <p14:sldId id="281"/>
            <p14:sldId id="282"/>
          </p14:sldIdLst>
        </p14:section>
        <p14:section name="Closing" id="{1fde4b0c-7a60-cbb8-a292-dd9e4f0000bb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4 of the textbook. Practical, step-by-step session: learners work at their machines; keep each step to its time box. Preparation: PRG32-QT installed; toolchain active. Source: labs/04-prg32qt/probe.S (65 lines). Build it once: labs/run.sh is not needed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labs/04-prg32qt/probe.S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labs/04-prg32qt/expected/probe.png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prg32/cartridge/build_cartridge.py. The disassembly shows auipc/addi pairs for la and call.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RV32IMAC: the C extension encodes common instructions in 16 bits.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 is frozen while paused: hold the key, then press Resume.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(232 - 152) / 2 = 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4: PRG32-QT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Debugger Lab: Watch a Register Change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written to be watched: breakpoints, single steps, registers and memory, with known answers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import a cartridge into PRG32-QT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entry trampoline the builder adds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after a call and read its result in a0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 branch decision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variable's address and watch its bytes change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debugger from the command line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12204" y="1737360"/>
            <a:ext cx="266624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2204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424172" y="1737360"/>
            <a:ext cx="217316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424172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import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trampoline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in a0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 control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cartridge we will watch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probe.S: 65 lines, three variables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frames: +1 every frame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buttons: the last input mask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box_x: moves by 2 with LEFT and RIGHT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we know the source, every reading has a known answer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probe_update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probe_update: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 mask  &lt;-- breakpoint target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it so the debugger can find 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frames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tick per frame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box_x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1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2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t2, 0(t0)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Read input, store it, count a frame, move box_x. The screenshot: RIGHT held for 40 frames moved the box from 152 to 23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input, store it, count a frame, move box_x. The screenshot: RIGHT held for 40 frames moved the box from 152 to 232.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import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cartridge on a third host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probe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$PRG32_HOME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1167384"/>
          </a:xfrm>
          <a:prstGeom prst="roundRect">
            <a:avLst>
              <a:gd name="adj" fmla="val 626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../Playing-with-RISC-V_PRG32_textbook/labs/04-prg32qt/probe.S --portable --entry-prefix probe --name probe --out work/probe.prg32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code= from the log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[OK] built ... code=2780 mem=2780.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and enable debug mode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import work/probe.prg32 and run it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box with the arrow keys; press Escape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Settings: enable 'Run cartridges in RISC-V debug mode'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again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4 min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5" name="Image 0" descr="A yellow box and a green bar growing along the top; then the same with the debugger panel beside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yellow box and a green bar growing along the top; then the same with the debugger panel beside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trampoline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console really calls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Update: this is not your code yet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prg32_entry_update: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# the host passes the ABI table in a0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probe_update     # now your function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the cartridge builder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saves the table pointer for the stubs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it calls your update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into your function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Update view and press Pause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until the highlighted row enters probe_update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pc, sp and ra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once more (the addi sp): note sp again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decreases by exactly 16 at the prologue. ra holds an address inside the trampoline: where probe_update must return.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 advanced by 2, not 4, after one step. Why?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 was skipped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 has a 16-bit compressed encoding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counts in half-words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branch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in a0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return value, seen in a 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after the input call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probe_update find the call to prg32_input_read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gutter beside the NEXT instruction (the la t0, buttons)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the bug toggle is highlighted; press Resume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 there once per frame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stops immediately after the input read, every frame.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mask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key held: Resume, read a0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LEFT, Resume, read a0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 and Z, Resume, read a0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RIGHT, Resume, read a0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0x00000000, 0x00000001, 0x00000011, 0x00000002.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the readings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 held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set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+ 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0 and 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 the decision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RIGHT held, step from the breakpoint to 'andi t3, a0, 1'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it: read t3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the beqz: did pc jump?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on to 'andi t3, a0, 2' and its beqz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= 0 after the LEFT test, so the first beqz jumps over the addi. After the RIGHT test t3 = 2 and the second beqz falls through.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variable and watch 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an address from a register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until just after 'la t0, box_x' in probe_update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t0: this is the ADDRESS of box_x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it in the memory field and press Inspect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first four bytes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address a little above 0x40800a00. The four bytes are 98 00 00 00 at start: 0x98 = 152, little-endian.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little-endian word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shows bytes in address order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stores the least significant byte first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 00 00 00 is 0x00000098 = 152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e8 00 00 00 is 0x000000e8 = 232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01 00 00 would be 0x00000104 = 260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98 00 00 00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152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it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breakpoint; Resume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for about a second; Pause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same address again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 8 bytes below it is 'frames': inspect that too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box_x grew by 2 per frame held. frames keeps counting whether or not a key is held; buttons (4 bytes below box_x) is 0 when nothing is held.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box_x shows 'e8 00 00 00'. For how many frames was RIGHT held since 152?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Scripted control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debugger as an instrument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device and pause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device URL shown by PRG32-QT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runtime --url http://HOST:PORT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enable --url http://HOST:PORT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34440" y="513892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pause --url http://HOST:PORT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 description of the runtime, then the game freezes.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and read from a script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step --url http://HOST:PORT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state --url http://HOST:PORT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pc and a0 in the reply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34440" y="5138928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debug resume --url http://HOST:PORT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retires one instruction; state returns pc, all 32 registers and the phase (update or draw) as JSON.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claim from the lecture did you verify with your own eyes?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 first code in Update not yours?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this debugger not tell you about the real board?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you automate a check that a function preserves s0?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debug a cartridge in PRG32-QT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entry trampoline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return value in a0 and follow a branch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 address from a register and inspect memory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a little-endian word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the debugger from the command line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track: use this debugger in every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up the a0 table and the box_x reading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PRG32-QT docs/DEBUGGING.md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4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labs/04-prg32qt/probe.S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docs/DEBUGGING.md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docs/software/api.md (debugger API)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Debugger Lab: Watch a Register Change - lab</dc:title>
  <dc:subject>Chapter 4</dc:subject>
  <dc:creator>Playing with RISC-V (PRG32 textbook)</dc:creator>
  <cp:lastModifiedBy>Playing with RISC-V (PRG32 textbook)</cp:lastModifiedBy>
  <cp:revision>1</cp:revision>
  <dcterms:created xsi:type="dcterms:W3CDTF">2026-10-05T15:40:34Z</dcterms:created>
  <dcterms:modified xsi:type="dcterms:W3CDTF">2026-10-05T15:40:34Z</dcterms:modified>
</cp:coreProperties>
</file>