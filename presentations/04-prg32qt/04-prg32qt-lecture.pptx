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618f435-3019-5c74-932c-0860167530c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ortability" id="{d4018cb6-d83b-e083-c6e9-b9ed4d1ca7b8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Performance profiles" id="{b6922471-923d-0433-9288-03c0f046705d}">
          <p14:sldIdLst>
            <p14:sldId id="270"/>
            <p14:sldId id="271"/>
            <p14:sldId id="272"/>
          </p14:sldIdLst>
        </p14:section>
        <p14:section name="The debugger" id="{d7759fda-52bf-1a24-0775-5375a0ad750c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Automation and choice" id="{d3b01cdc-e2cd-544c-1450-88d2386a33c3}">
          <p14:sldIdLst>
            <p14:sldId id="282"/>
            <p14:sldId id="283"/>
            <p14:sldId id="284"/>
            <p14:sldId id="285"/>
            <p14:sldId id="286"/>
          </p14:sldIdLst>
        </p14:section>
        <p14:section name="Closing" id="{8cc160a3-1796-f2fe-fcf1-d37b44acb477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4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An interpreter: fetch, decode, execute in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 of the code emitted by the cartridge builder.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were reproduced with deliberately broken lab cartridges.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is a claim the assembly track asks students to imagine; here they watch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D. The debugger works on RISC-V instructions, whatever language produced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scripts/prg32qt/deploy_and_debug.sh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4: PRG32-QT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Third Target: Playing and Debugging with PRG32-QT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interpreter for portable cartridges, and what it lets you see that native execution hides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native execution, emulation of a chip, and interpretation of a cartridge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 portable cartridge runs on a host that is not the firmware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performance profile and state its limits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debugger's controls and views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PRG32-QT from the prg32 tool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target for a task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1680078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93321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3321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972576" y="1737360"/>
            <a:ext cx="315933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72576" y="1737360"/>
            <a:ext cx="31593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 cartridge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and the ABI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profiles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target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see a register change, something has to stop between two instructions.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executes each RISC-V instruction itself, so it can.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hosts for one cartridge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20600"/>
                <a:gridCol w="2622316"/>
                <a:gridCol w="3025750"/>
                <a:gridCol w="302575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Espressif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code runs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on emulated C3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Interpreted RV32IMAC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ESP-IDF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to 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arrives by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Wi-Fi,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Import, Store, HTTP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stepping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JTAG + GDB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Desktop, mobile, TV, Pi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words, three meanings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processor executes your instructions directly. The board.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models a whole chip; the real firmware runs inside it. QEMU.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reads your cartridge's instructions one by one and performs them. PRG32-QT.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PRG32-QT 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C++20 and Qt 6 application; its runtime core is Qt-free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PRG2 header, CRC, ABI, and features, like the firmware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RV32IMAC, including compressed instructions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the cartridge ABI: graphics, input, audio, tiles, scores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Linux, Raspberry Pi OS, macOS, iOS, Android, Apple TV, Android TV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PRG32-QT, what executes the cartridge's add instruction?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laptop's CPU, directly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ESP32-C6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C++ interpreter loop that decodes it and updates a register array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Store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Portability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host that is not the firmware can run your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call the runtime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Firmware-specific (legacy)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linked against one firmware image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jump to fixed addresses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when the firmware is rebuilt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tools refuse to build it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(ABI table)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calls entry number 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supplies the 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records the ABI hash it expects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compatible host can run it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host checks before running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PRG2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 cartridge?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CRC32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intact?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major and hash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we speak the same table?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features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we have them?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init, update, draw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incompatible cartridge is refused with a message. It is never executed. ABI 1.6 has 139 entries.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Stubs and trampolines: what the debugger shows first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prg32_gfx_rect:                # one stub per runtime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       # where the table pointer was saved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t0, 0(t0)             # t0 = address of the ABI table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OFFSET(t0)        # OFFSET = 20 + index * 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t1                    # jump; a0..a7 untouched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prg32_entry_update:            # what the host really calls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   # the host passes the table in a0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pong_update           # your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Update: you land in the trampoline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saves the ABI table pointer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calls your function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PRG32-QT reports a broken cartridge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568289"/>
                <a:gridCol w="65261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budget exhausted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endless loop: for example ra not saved before a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fetch outside cartridge 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jump to garbage: for example sp not restored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 hash or feature mismatch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for a table this host does not provide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Downloaded cartridges are passive guest data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never loads cartridge code as host native code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can only do what the ABI offers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Unavailable services return safe values instead of crashing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running a stranger's game is reasonable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profiles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is far faster than a 160 MHz microcontroller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profiles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5325319"/>
                <a:gridCol w="332832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it to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 (default)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 each instruction class and ABI call a fixed cost at 160 MHz and a 33 ms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an early warning of late frames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Paces the game at 30 frames per second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comfortably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Unlimited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fast as the host allows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Fast-forward tests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mode is a model, not a measurement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reproduces behaviour visible to a portable cartridge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cycle-exact ESP32-C6 simulation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late-frame count here is a hypothesis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any performance claim on real hardware (Appendix B)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measurement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debugger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microscope for the frame loop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debugger panel</a:t>
            </a:r>
            <a:endParaRPr lang="en-US" sz="3000" dirty="0"/>
          </a:p>
        </p:txBody>
      </p:sp>
      <p:pic>
        <p:nvPicPr>
          <p:cNvPr id="3" name="Image 0" descr="The running game, the assembly listing with the next instruction highlighted, registers, and 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6807" y="1463040"/>
            <a:ext cx="5958081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game, the assembly listing with the next instruction highlighted, registers, and memory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controls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081782"/>
                <a:gridCol w="801263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 / Resume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and continue; input is frozen while paused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Execute exactly the highlighted 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0.01x to 4x playback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toggle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Instruction-level debugging on, or normal whole-frame execution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Gutter click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or clear a breakpoint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views of the 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the listing to the init entry point. Nothing executes.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to the per-frame update entry point.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to the per-frame draw entry point.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live program counter. Selected automatically by a step or a breakpoint.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and memory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32 integer registers in hexadecimal; zero stays zero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 address to see 128 bytes in hexadecimal and ASCII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is loaded at 0x40800000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.data variable can be watched changing while you play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0x40800000</a:t>
            </a:r>
            <a:endParaRPr lang="en-US" sz="59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load address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debugging recipe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view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Update: you see the first instruction of your per-frame logic.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breakpoint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gutter beside an instruction of interest.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and act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Play; hold the buttons you care about.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and read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stops, step and read the registers.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verify with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writes the return address into ra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bitmask arrives in a0 after prg32_input_read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taken or not, depending on a register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changes exactly four bytes of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breakpoint never triggers. Which is NOT a plausible reason?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 toggle is off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is never executed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Fullscreen hides the panel but the game runs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only work in C cartridges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 under the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merged input bitmask from UI, keyboard, and controllers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right audio waveforms, last 64 samples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execution time and observed FPS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instructions, virtual cycles, late frames in Accurate mode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and choice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 as a laboratory instrument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Driving PRG32-QT from the toolchain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PRG32-QT advertises its device API as _prg32._tcp.local.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QT=http://prg32-host.local:8080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"$QT"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build/lemon-catcher.prg32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--url "$QT" --slot cart0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enable --url "$QT"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pause  --url "$QT"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step   --url "$QT"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state  --url "$QT"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speed --speed 0.25 --url "$QT"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resume --url "$QT"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 by mDNS as _prg32._tcp.local.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upload command as for a board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/api/debug exists only on PRG32-QT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device API is for a trusted network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accepts uploads and debugger commands from anyone who can reach the port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on a classroom or home network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expose it to the Internet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caution applies to a board's HTTP interface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rhythm with three hosts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and debug: builds take seconds, wrong branches can be watched.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the real firmware: loader, bands, setup menu.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where time, sound, and the joystick are real.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native, emulated, and interpreted execution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why a portable cartridge runs in PRG32-QT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pause, step, and set a breakpoint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where a cartridge is loaded in memory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why FPS in PRG32-QT is not evidence about the board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PRG32-QT before the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cartridge you built in the setup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docs/DEBUGGING.md in the PRG32-QT repository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README and docs/DEBUGGING.md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docs/PERFORMANCE-EMULATION.md and NETWORKING.md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docs/software/abi.md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Third Target: Playing and Debugging with PRG32-QT - lecture</dc:title>
  <dc:subject>Chapter 4</dc:subject>
  <dc:creator>Playing with RISC-V (PRG32 textbook)</dc:creator>
  <cp:lastModifiedBy>Playing with RISC-V (PRG32 textbook)</cp:lastModifiedBy>
  <cp:revision>1</cp:revision>
  <dcterms:created xsi:type="dcterms:W3CDTF">2026-10-05T16:03:39Z</dcterms:created>
  <dcterms:modified xsi:type="dcterms:W3CDTF">2026-10-05T16:03:39Z</dcterms:modified>
</cp:coreProperties>
</file>