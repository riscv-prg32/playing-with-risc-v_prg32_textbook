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345225f-7d41-0cae-95c3-72e7814ab5ae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Drawing rectangles" id="{ed0531fc-d385-87b2-00e2-7e84bfac77a6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The ball" id="{fbdff803-2f88-6147-7b6d-c9171913b560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Collision" id="{467a16b6-563e-e1c3-56e1-9dc84c1b4d38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The complete game" id="{b7a5e14c-1178-9856-af7b-035574e3c025}">
          <p14:sldIdLst>
            <p14:sldId id="282"/>
            <p14:sldId id="283"/>
            <p14:sldId id="284"/>
            <p14:sldId id="285"/>
          </p14:sldIdLst>
        </p14:section>
        <p14:section name="How it was built" id="{bf6d1303-bd52-922e-97f3-7d4f78ba1493}">
          <p14:sldIdLst>
            <p14:sldId id="286"/>
            <p14:sldId id="287"/>
            <p14:sldId id="288"/>
          </p14:sldIdLst>
        </p14:section>
        <p14:section name="Closing" id="{ec9e571a-0fd3-c5db-e60b-17ec3c6b523f}">
          <p14:sldIdLst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7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examples/asm_graphics_game/hello_world_graphics.S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examples/asm_graphics_game/paddle_draw.S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x a0, y a1, w a2, h a3, colour a4.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examples/asm_graphics_game/ball_motion.S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examples/asm_graphics_game/ball_motion.S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limit = screen size - object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test the Construction Kit simulator uses for the same call.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examples/asm_graphics_game/collision_detection.S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guard is the important line: without it an overlapping ball flips direction every frame.
Source: examples/asm_graphics_game/collision_detection.S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Two negations restore the original direction. The guard makes the bounce happen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changes only here. Nothing is drawn.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examples/asm_graphics_game/pong_skeleton.S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step was built, run, and verified by eye before the next began.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7: Graphics, Collision, and the Frame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Drawing the Game: Graphics, Collision, and the Frame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blank frame to a complete Pong in RISC-V assembly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students (RISC-V assembly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framework function with up to eight register arguments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frame: clear, then rectangles from state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motion as position plus velocity, with bounces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 rectangle collision with one call and act on the result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update and draw into a complete game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incremental order in which the game was built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699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781353" y="1737360"/>
            <a:ext cx="217316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81353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000236" y="1737360"/>
            <a:ext cx="2419706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00236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65661" y="1737360"/>
            <a:ext cx="217316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5661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684544" y="1737360"/>
            <a:ext cx="168007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4544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blank frame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rectangles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ball: velocity and bounce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game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was built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picture a game shows is rebuilt from numbers, thirty times a second.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never remembers the last frame. State does.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blank frame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blank_draw: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black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fill the 320x200 viewport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calls a helper, so it needs a frame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argument: the colour, in a0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is black in RGB565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clear every frame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framebuffer keeps whatever was drawn last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clear, a moving object leaves a trail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Clear, then draw every object from current state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later rectangles cover earlier ones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Drawing rectangles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arguments, five registers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drawing call costs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prg32_gfx_clear writes all 64,000 bytes of the framebuffer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64 x 8 paddle writes 512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8 x 8 ball writes 64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Clearing dominates: a whole Pong frame is about 64,600 bytes written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board the frame is then sent to the display 8 rows at a time over SPI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64,000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 per clear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prg32_gfx_rect(x, y, w, h, color)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641527"/>
                <a:gridCol w="2641527"/>
                <a:gridCol w="5811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Argument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Paddle example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of paddle_x, loaded from memory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a3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a4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65535 (white)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Drawing the paddle from state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  t0, paddle_x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paddle position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a0, 0(t0)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x  (a value read from memory)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a1, 188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a1 = y  (near the bottom)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a2, 64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a2 = width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a3, 8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a3 = height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a4, 65535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a4 = white (RGB565 0xffff)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prg32_gfx_rect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draw the paddle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comes from memory: it is state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y, w, h, colour are constants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are set immediately before the call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those numbers mean on screen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89504" y="5449824"/>
            <a:ext cx="117043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133088" y="54315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paddle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8F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(0,0)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889504" y="5193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F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x=128 y=188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463040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188 puts an 8-high paddle 4 pixels above the bottom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310286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ranges from 0 to 256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4742688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rectangle's corner is its top-left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Decimal colours in listings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65535 = 0xFFFF = white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65504 = 0xFFE0 = yellow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= black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.equ to give them names in your own code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0xFFFF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65535, white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register carries the height of the rectangle?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Position, velocity, and the bounce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Motion is two numbers per axis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ball_x, ball_y: where the ball is now, in pixels.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ball_dx, ball_dy: how far it moves each frame, with a sign.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rule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x + dx; y = y + dy. Once per frame.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 edge, negate the velocity on that axis and clamp the position.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Horizontal motion and two bounces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BALL X MOVEMENT ---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ball_x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ball 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t3, ball_dx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t4, 0(t3)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t4 = ball dx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t4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x + dx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Check Left Edge (x &lt; 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t2, check_right_edge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clamp to left edge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reverse direction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save_ball_x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check_right_edge: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312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320 - ball width (8)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t5, save_ball_x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t5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clamp to right edge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reverse direction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save_ball_x: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new x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position and velocity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45425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61884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59141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the motion itself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44545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361005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358261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edge: clamp to 0, negate dx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443666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460126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457382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edge: 312 = 320 - 8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0" y="5427878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94192" y="559247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5565038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both back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clamp as well as negate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can step past the edge by up to |dx| pixels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Negating alone leaves it outside for a frame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may then be negated again: it sticks to the wall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puts it exactly on the edge; negate sends it back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 motion: only the top bounces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BALL Y MOVEMENT ---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ball_y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ball 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t3, ball_dy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t4, 0(t3)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t4 = ball dy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t4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y + dy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Check Top Edge (y &lt; 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t2, save_ball_y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clamp to top edge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reverse direction (bounce down)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save_ball_y: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new y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on the y axis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y &lt; 0 is handled here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bottom is the paddle's job, or a lost ball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ball is 8 wide. Why is the right limit 312?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is 312 wide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minus the ball width keeps its right edge on screen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leaves room for the score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typo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Collision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they touch?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overlap test computes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two axis-aligned rectangles overlap when they overlap on x AND on y */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hit = ax &lt; bx + bw &amp;&amp;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a's left  is left of b's right  */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ax + aw &gt; bx &amp;&amp;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a's right is right of b's left  */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ay &lt; by + bh &amp;&amp;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a's top   is above b's bottom   */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ay + ah &gt; by;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a's bottom is below b's top     */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comparisons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 edges do not count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negative coordinates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Rectangle overlap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rectangle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x, y, 8, 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 rectangle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x, 188, 64, 8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prg32_sprite_hitbox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arguments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non-zero if they overlap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axis-aligned rectangles overlap when they overlap on x and on y. The framework tests it; you supply eight numbers and read one.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arguments, a0 to a7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  t0, ball_x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a0, 0(t0)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ball 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  t0, ball_y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a1, 0(t0)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a1 = ball 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a2, 8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a2 = ball width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a3, 8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a3 = ball height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  t0, paddle_x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a4, 0(t0)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a4 = paddle 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a5, 188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a5 = paddle 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a6, 64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a6 = paddle width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   a7, 8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a7 = paddle height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prg32_sprite_hitbox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non-zero if overlapping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Ball: a0..a3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Paddle: a4..a7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replaces a0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beqz skips the reaction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Reacting to the hit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reverse direction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  t0, ball_dy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t1,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blez t1, no_overlap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only bounce if ball is moving down (t1 &gt; 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  t1, t1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Reverse dy natively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   t1, 0(t0)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blez: bounce only if the ball is moving down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Negate and store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hit, one bounce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may overlap the paddle for several frames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Negating on every overlapping frame makes it jitter in place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on direction: bounce only while dy is positive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guard prevents counting one hit many times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guard: a ball moving down overlaps the paddle for exactly 2 frames. Afterwards it moves?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Down: negated twice, it passes through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Sideways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complete game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and draw, assembled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order inside update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buttons; move and clamp the paddle.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x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dx; bounce off left and right.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y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dy; bounce off the top.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Hitbox against the paddle; bounce upward.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complete draw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pong_skeleton_draw: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black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black background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paddle_x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draw the paddle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188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64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65535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white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draw the ball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65504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yellow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454250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61884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591410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to black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44545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361005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358261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 from paddle_x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4436669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4601261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4573829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from ball_x, ball_y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0" y="5427878"/>
            <a:ext cx="3413455" cy="790042"/>
          </a:xfrm>
          <a:prstGeom prst="roundRect">
            <a:avLst>
              <a:gd name="adj" fmla="val 925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94192" y="559247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5565038"/>
            <a:ext cx="2544775" cy="515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Epilogue follows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state section contains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paddle_x: one word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ball_x, ball_y: two words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ball_dx, ball_dy: two signed words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words, twenty bytes: the entire game state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bytes</a:t>
            </a:r>
            <a:endParaRPr lang="en-US" sz="59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state for a complete Pong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was built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matters more than the listing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by step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frame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returns; then a clear.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it from a variable; then move it; then clamp it.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it; add x motion; add y motion.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Hitbox; guard; sound last.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five arguments for prg32_gfx_rect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clamp-and-negate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the eight hitbox arguments in order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 the bounce is guarded by direction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order of work inside update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build Pong in four verified steps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8: the capstone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paper design from Chapter 2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7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examples/asm_graphics_game/ in the textbook repository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docs/learn/tutorial_graphic_game.md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docs/learn/labs/lab_03_graphics.md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Drawing the Game: Graphics, Collision, and the Frame - lecture</dc:title>
  <dc:subject>Chapter 7</dc:subject>
  <dc:creator>Playing with RISC-V (PRG32 textbook)</dc:creator>
  <cp:lastModifiedBy>Playing with RISC-V (PRG32 textbook)</cp:lastModifiedBy>
  <cp:revision>1</cp:revision>
  <dcterms:created xsi:type="dcterms:W3CDTF">2026-10-05T15:40:33Z</dcterms:created>
  <dcterms:modified xsi:type="dcterms:W3CDTF">2026-10-05T15:40:33Z</dcterms:modified>
</cp:coreProperties>
</file>