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b065bec-5637-ef2a-0f7c-0707046e892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Drawing rectangles" id="{c87c571a-e7a9-34bc-8285-7cfb6c149c31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he ball" id="{196a7067-c323-7ad0-1d49-3bf3087fc338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llision" id="{02bfd0a1-abc0-5cff-e800-d3c00b4abf7b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The complete game" id="{2ab87e1a-878d-e5aa-6a54-0b891a40c611}">
          <p14:sldIdLst>
            <p14:sldId id="282"/>
            <p14:sldId id="283"/>
            <p14:sldId id="284"/>
            <p14:sldId id="285"/>
          </p14:sldIdLst>
        </p14:section>
        <p14:section name="How it was built" id="{feafd3b1-9194-e6a1-aa7c-69d346416b3a}">
          <p14:sldIdLst>
            <p14:sldId id="286"/>
            <p14:sldId id="287"/>
            <p14:sldId id="288"/>
          </p14:sldIdLst>
        </p14:section>
        <p14:section name="Closing" id="{812d61fd-f54b-9eb3-abea-0827918cc902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7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examples/asm_graphics_game/hello_world_graphics.S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examples/asm_graphics_game/paddle_draw.S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x a0, y a1, w a2, h a3, colour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examples/asm_graphics_game/ball_motion.S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examples/asm_graphics_game/ball_motion.S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limit = screen size - object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test the Construction Kit simulator uses for the same call.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examples/asm_graphics_game/collision_detection.S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guard is the important line: without it an overlapping ball flips direction every frame.
Source: examples/asm_graphics_game/collision_detection.S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Two negations restore the original direction. The guard makes the bounce happen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changes only here. Nothing is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examples/asm_graphics_game/pong_skeleton.S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was built, run, and verified by eye before the next began.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7: Graphics, Collision, and the Frame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Game: Graphics, Collision, and the Frame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blank frame to a complete Pong in RISC-V assembly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framework function with up to eight register arguments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frame: clear, then rectangles from state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motion as position plus velocity, with bounces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rectangle collision with one call and act on the result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update and draw into a complete game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incremental order in which the game was built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81353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1353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00236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00236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65661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5661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4544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4544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frame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rectangles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ball: velocity and bounce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game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picture a game shows is rebuilt from numbers, thirty times a second.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never remembers the last frame. State does.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blank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blank_draw: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black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the 320x200 viewport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calls a helper, so it needs a frame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argument: the colour, in a0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black in RGB565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clear every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framebuffer keeps whatever was drawn last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clear, a moving object leaves a trail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then draw every object from current state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later rectangles cover earlier ones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rectangles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arguments, five registers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drawing call costs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prg32_gfx_clear writes all 64,000 bytes of the framebuffer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 x 8 paddle writes 512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 x 8 ball writes 64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dominates: a whole Pong frame is about 64,600 bytes written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 the frame is then sent to the display 8 rows at a time over SPI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64,000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per clear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prg32_gfx_rect(x, y, w, h, color)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41527"/>
                <a:gridCol w="2641527"/>
                <a:gridCol w="5811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 example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of paddle_x, loaded from memory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a3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65535 (white)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paddle from state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paddle_x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paddle position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a0, 0(t0)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  (a value read from memory)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a1, 188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y  (near the bottom)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a2, 64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width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a3, 8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a3 = height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a4, 65535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white (RGB565 0xffff)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prg32_gfx_rect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paddle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comes from memory: it is state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w, h, colour are constants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are set immediately before the call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those numbers mean on screen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5449824"/>
            <a:ext cx="11704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33088" y="5431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89504" y="5193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x=128 y=188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188 puts an 8-high paddle 4 pixels above the bottom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10286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ranges from 0 to 256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42688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rectangle's corner is its top-left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colours in listings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65535 = 0xFFFF = white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65504 = 0xFFE0 = yellow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black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.equ to give them names in your own code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0xFFFF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65535, white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register carries the height of the rectangle?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velocity, and the bounce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is two numbers per axis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ball_x, ball_y: where the ball is now, in pixels.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ball_dx, ball_dy: how far it moves each frame, with a sign.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x + dx; y = y + dy. Once per frame.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edge, negate the velocity on that axis and clamp the position.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 motion and two bounces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X MOVEMENT ---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ball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ball 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x + dx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Left Edge (x &lt; 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check_right_edge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left 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save_ball_x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check_right_edge: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312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320 - ball width (8)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t5, save_ball_x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t5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right edge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save_ball_x: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new 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position and velocity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45425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61884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59141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the motion itself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44545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61005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58261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edge: clamp to 0, negate dx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43666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460126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57382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edge: 312 = 320 - 8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5427878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559247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5565038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both 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clamp as well as negate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can step past the edge by up to |dx| pixels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Negating alone leaves it outside for a frame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then be negated again: it sticks to the wall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puts it exactly on the edge; negate sends it back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motion: only the top bounces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Y MOVEMENT ---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ball 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t4 = ball dy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y + dy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Top Edge (y &lt; 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save_ball_y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top edge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 (bounce down)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save_ball_y: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new 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on the y axis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 &lt; 0 is handled here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is the paddle's job, or a lost ball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ball is 8 wide. Why is the right limit 312?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312 wide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minus the ball width keeps its right edge on screen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room for the score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typo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touch?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overlap test computes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two axis-aligned rectangles overlap when they overlap on x AND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hit = ax &lt; bx + bw &amp;&amp;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a's left  is left of b's right 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ax + aw &gt; bx &amp;&amp;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a's right is right of b's left 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ay &lt; by + bh &amp;&amp;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a's top   is above b's bottom  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ay + ah &gt; by;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a's bottom is below b's top     */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comparisons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edges do not count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negative coordinates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 overlap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rectangle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8,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rectangle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188, 64, 8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prg32_sprite_hitbox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arguments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if they overlap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axis-aligned rectangles overlap when they overlap on x and on y. The framework tests it; you supply eight numbers and read 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arguments, a0 to a7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a0, 0(t0)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ball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a1, 0(t0)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ball 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a2, 8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ball width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a3, 8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a3 = ball height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paddle_x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a4, 0(t0)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paddle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a5, 188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a5 = paddle 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a6, 64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a6 = paddle width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  a7, 8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a7 = paddle height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prg32_sprite_hitbox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non-zero if overlapping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Ball: a0..a3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Paddle: a4..a7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replaces a0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skips the reaction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Reacting to the hit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direction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  t0, ball_dy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blez t1, no_overlap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bounce if ball is moving down (t1 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  t1, t1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dy natively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  t1, 0(t0)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blez: bounce only if the ball is moving down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 and store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hit, one bounce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may overlap the paddle for several frames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Negating on every overlapping frame makes it jitter in place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on direction: bounce only while dy is positive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guard prevents counting one hit many times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guard: a ball moving down overlaps the paddle for exactly 2 frames. Afterwards it moves?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Down: negated twice, it passes through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game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and draw, assembled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inside update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buttons; move and clamp the paddle.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x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dx; bounce off left and right.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y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dy; bounce off the top.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 against the paddle; bounce upward.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draw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pong_skeleton_draw: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black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black background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paddle_x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paddle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188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65535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white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ball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65504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yellow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45425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61884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59141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 black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44545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61005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58261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from paddle_x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43666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460126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57382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from ball_x, ball_y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5427878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559247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5565038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Epilogue follows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state section contains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paddle_x: one word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ball_x, ball_y: two words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ball_dx, ball_dy: two signed words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words, twenty bytes: the entire game state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bytes</a:t>
            </a:r>
            <a:endParaRPr lang="en-US" sz="5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state for a complete Pong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matters more than the listing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frame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returns; then a clear.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from a variable; then move it; then clamp it.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it; add x motion; add y motion.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Hitbox; guard; sound last.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five arguments for prg32_gfx_rect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clamp-and-negate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eight hitbox arguments in order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 the bounce is guarded by direction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order of work inside update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Pong in four verified steps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8: the capstone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paper design from Chapter 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7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examples/asm_graphics_game/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docs/learn/tutorial_graphic_game.md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docs/learn/labs/lab_03_graphics.md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 the Game: Graphics, Collision, and the Frame - lecture</dc:title>
  <dc:subject>Chapter 7</dc:subject>
  <dc:creator>Playing with RISC-V (PRG32 textbook)</dc:creator>
  <cp:lastModifiedBy>Playing with RISC-V (PRG32 textbook)</cp:lastModifiedBy>
  <cp:revision>1</cp:revision>
  <dcterms:created xsi:type="dcterms:W3CDTF">2026-10-05T15:59:14Z</dcterms:created>
  <dcterms:modified xsi:type="dcterms:W3CDTF">2026-10-05T15:59:14Z</dcterms:modified>
</cp:coreProperties>
</file>