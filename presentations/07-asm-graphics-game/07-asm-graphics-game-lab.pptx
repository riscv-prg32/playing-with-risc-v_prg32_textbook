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6b05ce2-92fe-dd3a-9477-f801b4a0622b}">
          <p14:sldIdLst>
            <p14:sldId id="256"/>
            <p14:sldId id="257"/>
            <p14:sldId id="258"/>
            <p14:sldId id="259"/>
          </p14:sldIdLst>
        </p14:section>
        <p14:section name="Frame and paddle" id="{d1f82765-f616-3555-0eb3-74ee7272f44d}">
          <p14:sldIdLst>
            <p14:sldId id="260"/>
            <p14:sldId id="261"/>
            <p14:sldId id="262"/>
            <p14:sldId id="263"/>
            <p14:sldId id="264"/>
          </p14:sldIdLst>
        </p14:section>
        <p14:section name="Moving paddle" id="{ceba6d0a-48f5-b6a5-ab6b-2915946b0b8a}">
          <p14:sldIdLst>
            <p14:sldId id="265"/>
            <p14:sldId id="266"/>
            <p14:sldId id="267"/>
          </p14:sldIdLst>
        </p14:section>
        <p14:section name="Ball" id="{c607780e-0343-09e6-ab70-a4ce396bb8ab}">
          <p14:sldIdLst>
            <p14:sldId id="268"/>
            <p14:sldId id="269"/>
            <p14:sldId id="270"/>
            <p14:sldId id="271"/>
            <p14:sldId id="272"/>
          </p14:sldIdLst>
        </p14:section>
        <p14:section name="Collision" id="{f28d77b3-a212-eb7c-3b8f-3c430e6c98fd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Tune" id="{a9a0dc34-715f-c73e-8071-82493faf0c0f}">
          <p14:sldIdLst>
            <p14:sldId id="279"/>
            <p14:sldId id="280"/>
            <p14:sldId id="281"/>
            <p14:sldId id="282"/>
          </p14:sldIdLst>
        </p14:section>
        <p14:section name="Closing" id="{771757c6-e08f-f04c-c6d8-bc6b7a8088e2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7 of the textbook. Practical, step-by-step session: learners work at their machines; keep each step to its time box. Preparation: Working toolchain. Step files: labs/07-asm-graphics-game/step1..6 (one master, labs/masters/pong.master.S).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labs/07-asm-graphics-game/step1_blank.S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labs/07-asm-graphics-game/step2_paddle.S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labs/07-asm-graphics-game/expected/step2_paddle.png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x a0, y a1, w a2, h a3, colour a4.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labs/07-asm-graphics-game/step3_move.S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labs/07-asm-graphics-game/expected/step3_move.png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labs/07-asm-graphics-game/step4_ball_x.S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labs/07-asm-graphics-game/expected/step4_ball_x.png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labs/07-asm-graphics-game/step5_ball_y.S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labs/07-asm-graphics-game/expected/step5_ball_y.png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labs/07-asm-graphics-game/step6_collision.S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labs/07-asm-graphics-game/step6_collision.S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labs/07-asm-graphics-game/expected/step6_collision.png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Two negations restore the original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7: Graphics, Collision, and the Frame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3: Pong in Six Steps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frame, paddle, movement, ball, bounces, collision: build, run and verify after every step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clamp a paddle in pixels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a ball with velocity and wall bounces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guarded paddle collision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step before starting the next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266624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and paddle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paddle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 and 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a blank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draw calls a helper, so it has a frame. One argument: the colour, in a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a helper, so it has a frame. One argument: the colour, in a0.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the paddle, from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prg32_gfx_rect(x, y, w, h, color)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comes from memory: it is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is loaded from memory; y, width, height and colour are .equ constants. paddle_x starts at 12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loaded from memory; y, width, height and colour are .equ constants. paddle_x starts at 128.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steps 1 and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07-asm-graphics-game/step1_blank.S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07-asm-graphics-game/step2_paddle.S pong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initial paddle_x to 0, then 256, then 300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6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A white bar at the bottom. At 300 it hangs off the right edge: nothing stops state from holding an illegal valu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bar at the bottom. At 300 it hangs off the right edge: nothing stops state from holding an illegal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carries the rectangle's width?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move and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move with LEFT / RIGHT, clamp to the screen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2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bgez t2,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PADDLE_MAX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pattern of Lab 2, in pixels: 4 per frame, clamped to 0..256. update now needs a frame because it ca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of Lab 2, in pixels: 4 per frame, clamped to 0..256. update now needs a frame because it calls.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07-asm-graphics-game/step3_move.S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to the edge: is the paddle flush?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read paddle_x at both ends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 only: what goes wrong?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paddle stops at x = 256 = 0x100 (screenshot: RIGHT for 30 frames, x = 248). With width 32 it stops 32 pixels short: PADDLE_MAX must change to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stops at x = 256 = 0x100 (screenshot: RIGHT for 30 frames, x = 248). With width 32 it stops 32 pixels short: PADDLE_MAX must change too.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 and 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horizontal motion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x: add velocity, bounce off the side walls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5f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left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reverse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li   t5, BALL_MAX_X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6f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right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t2, 0(t1)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= x + dx. At each wall: clamp to the edge AND negate dx. 312 = 320 - 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dx. At each wall: clamp to the edge AND negate dx. 312 = 320 - 8.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07-asm-graphics-game/step4_ball_x.S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crossing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312 pixels at 2 per frame at 30 frames per second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two clamp lines (li t2, 0 and mv t2, t5): does it still bounce?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bout 5.2 seconds per crossing. Without the clamps it still bounces, but can sit one step outside the screen for a fr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5.2 seconds per crossing. Without the clamps it still bounces, but can sit one step outside the screen for a frame.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vertical motion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y: add velocity, bounce off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y + dy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7f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sw   t2, 0(t1)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same pattern on y, but only the top bounces. The bottom is the paddle's jo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on y, but only the top bounces. The bottom is the paddle's job.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07-asm-graphics-game/step5_ball_y.S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ball reach the bottom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ten seconds later?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ball_y in PRG32-QT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ball leaves through the bottom and never returns: ball_y keeps growing. State goes on changing off scre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leaves through the bottom and never returns: ball_y keeps growing. State goes on changing off screen.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eight arguments, one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 collision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a0..a3: the ball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a4..a7: the paddle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a5,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a7,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prg32_sprite_hitbox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they overlap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a0, update_done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update_done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guard: bounce only while moving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down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Ball in a0-a3, paddle in a4-a7, answer in a0. blez is the guard: bounce only while moving do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in a0-a3, paddle in a4-a7, answer in a0. blez is the guard: bounce only while moving down.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the lost ball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lost ball: below the screen, restart from the top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200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t2, t5, 8f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40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still holds the new ball_y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200: put it back at y = 40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still holds the address of ball_y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07-asm-graphics-game/step6_collision.S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ball alive for ten bounces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on purpose: where does it restart?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instructions between the hitbox call and update_done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playable game (screenshot: frame 150, the ball on the paddle). A missed ball reappears at y = 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playable game (screenshot: frame 150, the ball on the paddle). A missed ball reappears at y = 40.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guard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'blez t1, update_done' line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paddle INTO the falling ball from the side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you see; then restore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jitter inside the paddle or pass through: it overlaps for several frames and is negated on each.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guard removed, a ball overlapping for exactly 2 frames leaves moving...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negated twice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feel right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parameter at a time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PADDLE_SPEED: try 2 and 8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 3, ball_dy 2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PADDLE_W 32: which other line must change?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the values you prefer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game for each value. Thanks to .equ, the width is one edit plus PADDLE_MAX; the hitbox follows automatically.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file contains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lines; 2984 bytes of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words of state: paddle_x, ball_x, ball_y, ball_dx, ball_dy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input, paddle, ball x, ball y, lost ball, collision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clear, paddle, ball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drawn in update; nothing changes in draw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bytes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for a whole game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with velocity and bounces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function with eight arguments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 collision so it happens once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game in verified increments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8: the capstone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lab continues from step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tuned copy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labs/07-asm-graphics-game/ and labs/masters/pong.master.S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C: Pong in graphics assembly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3: Pong in Six Steps - lab</dc:title>
  <dc:subject>Chapter 7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