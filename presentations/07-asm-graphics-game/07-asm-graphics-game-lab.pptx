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aaeef15-2d7f-5241-98f1-a3c7b7e14f0a}">
          <p14:sldIdLst>
            <p14:sldId id="256"/>
            <p14:sldId id="257"/>
            <p14:sldId id="258"/>
            <p14:sldId id="259"/>
          </p14:sldIdLst>
        </p14:section>
        <p14:section name="Frame and paddle" id="{00accdc4-802f-b017-eab3-be5819bc58f4}">
          <p14:sldIdLst>
            <p14:sldId id="260"/>
            <p14:sldId id="261"/>
            <p14:sldId id="262"/>
            <p14:sldId id="263"/>
            <p14:sldId id="264"/>
          </p14:sldIdLst>
        </p14:section>
        <p14:section name="Moving paddle" id="{ec6d1596-757a-e10a-1eb8-6548fbd0327e}">
          <p14:sldIdLst>
            <p14:sldId id="265"/>
            <p14:sldId id="266"/>
            <p14:sldId id="267"/>
          </p14:sldIdLst>
        </p14:section>
        <p14:section name="Ball" id="{34d3b653-3b49-aec5-c632-c2f380975834}">
          <p14:sldIdLst>
            <p14:sldId id="268"/>
            <p14:sldId id="269"/>
            <p14:sldId id="270"/>
            <p14:sldId id="271"/>
            <p14:sldId id="272"/>
          </p14:sldIdLst>
        </p14:section>
        <p14:section name="Collision" id="{a6826cff-a544-e2ad-baaa-2e2780401a13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Tune" id="{70a1e4df-deb8-bee3-8558-58bf8a262762}">
          <p14:sldIdLst>
            <p14:sldId id="279"/>
            <p14:sldId id="280"/>
            <p14:sldId id="281"/>
            <p14:sldId id="282"/>
          </p14:sldIdLst>
        </p14:section>
        <p14:section name="Closing" id="{2ecaf6a3-f9cd-8755-92ad-cca2b79cec10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7 of the textbook. Practical, step-by-step session: learners work at their machines; keep each step to its time box. Preparation: Working toolchain. Step files: labs/07-asm-graphics-game/step1..6 (one master, labs/masters/pong.master.S).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labs/07-asm-graphics-game/step1_blank.S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labs/07-asm-graphics-game/step2_paddle.S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labs/07-asm-graphics-game/expected/step2_paddle.png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x a0, y a1, w a2, h a3, colour a4.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labs/07-asm-graphics-game/step3_move.S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labs/07-asm-graphics-game/expected/step3_move.png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labs/07-asm-graphics-game/step4_ball_x.S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labs/07-asm-graphics-game/expected/step4_ball_x.png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labs/07-asm-graphics-game/step5_ball_y.S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labs/07-asm-graphics-game/expected/step5_ball_y.png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labs/07-asm-graphics-game/step6_collision.S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labs/07-asm-graphics-game/step6_collision.S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Screenshot: this step, built and run: labs/07-asm-graphics-game/expected/step6_collision.png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Two negations restore the original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7: Graphics, Collision, and the Frame  |  Lab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7  |  LABORATORY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Lab 3: Pong in Six Steps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frame, paddle, movement, ball, bounces, collision: build, run and verify after every step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students (RISC-V assembly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and clamp a paddle in pixels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a ball with velocity and wall bounces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guarded paddle collision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each step before starting the next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of 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767523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739864" y="1737360"/>
            <a:ext cx="2912791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39864" y="1737360"/>
            <a:ext cx="291279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698374" y="1737360"/>
            <a:ext cx="2666248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98374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410342" y="1737360"/>
            <a:ext cx="118699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and paddle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paddle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Collision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every step works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a complete file in labs/: read what is new, then run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textbook folder: labs/run.sh STEP_FILE PREFIX builds and starts 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PRG32_HOME to your PRG32 checkout; set PRG32_URL to run on a board or PRG32-QT, otherwise QEMU starts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screenshot on each slide is that exact file, built and executed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each step: change one thing, predict,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 and 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 and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1: a blank frame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pong_draw: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320x200 viewport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draw calls a helper, so it has a frame. One argument: the colour, in a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calls a helper, so it has a frame. One argument: the colour, in a0.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2: the paddle, from state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prg32_gfx_rect(x, y, w, h, color)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comes from memory: it is state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WHITE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is loaded from memory; y, width, height and colour are .equ constants. paddle_x starts at 12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is loaded from memory; y, width, height and colour are .equ constants. paddle_x starts at 128.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steps 1 and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07-asm-graphics-game/step1_blank.S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07-asm-graphics-game/step2_paddle.S pong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initial paddle_x to 0, then 256, then 300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 |  about 6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7" name="Image 0" descr="A white bar at the bottom. At 300 it hangs off the right edge: nothing stops state from holding an illegal valu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white bar at the bottom. At 300 it hangs off the right edge: nothing stops state from holding an illegal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register carries the rectangle's width?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Moving paddle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3: move and clamp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move with LEFT / RIGHT, clamp to the screen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2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bgez t2,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PADDLE_MAX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pattern of Lab 2, in pixels: 4 per frame, clamped to 0..256. update now needs a frame because it cal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of Lab 2, in pixels: 4 per frame, clamped to 0..256. update now needs a frame because it calls.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07-asm-graphics-game/step3_move.S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RIGHT to the edge: is the paddle flush?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read paddle_x at both ends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PADDLE_W to 32 only: what goes wrong?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paddle stops at x = 256 = 0x100 (screenshot: RIGHT for 30 frames, x = 248). With width 32 it stops 32 pixels short: PADDLE_MAX must change to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paddle stops at x = 256 = 0x100 (screenshot: RIGHT for 30 frames, x = 248). With width 32 it stops 32 pixels short: PADDLE_MAX must change too.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4 and 5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4: horizontal motion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x: add velocity, bounce off the side walls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5f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left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reverse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li   t5, BALL_MAX_X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6f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right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t2, 0(t1)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= x + dx. At each wall: clamp to the edge AND negate dx. 312 = 320 - 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dx. At each wall: clamp to the edge AND negate dx. 312 = 320 - 8.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4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07-asm-graphics-game/step4_ball_x.S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one crossing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312 pixels at 2 per frame at 30 frames per second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the two clamp lines (li t2, 0 and mv t2, t5): does it still bounce?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 |  about 5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bout 5.2 seconds per crossing. Without the clamps it still bounces, but can sit one step outside the screen for a fram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5.2 seconds per crossing. Without the clamps it still bounces, but can sit one step outside the screen for a frame.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5: vertical motion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y: add velocity, bounce off the top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y + dy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7f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 sw   t2, 0(t1)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he same pattern on y, but only the top bounces. The bottom is the paddle's jo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pattern on y, but only the top bounces. The bottom is the paddle's job.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07-asm-graphics-game/step5_ball_y.S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ball reach the bottom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it ten seconds later?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ball_y in PRG32-QT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4  |  about 4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The ball leaves through the bottom and never returns: ball_y keeps growing. State goes on changing off scre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leaves through the bottom and never returns: ball_y keeps growing. State goes on changing off screen.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Collision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eight arguments, one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 collision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a0..a3: the ball rectangle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a4..a7: the paddle rectangle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a5, PADDLE_Y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PADDLE_W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a7, PADDLE_H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prg32_sprite_hitbox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they overlap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a0, update_done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update_done       </a:t>
            </a:r>
            <a:pPr indent="0" marL="0">
              <a:buNone/>
            </a:pPr>
            <a:r>
              <a:rPr lang="en-US" sz="11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guard: bounce only while moving down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Ball in a0-a3, paddle in a4-a7, answer in a0. blez is the guard: bounce only while moving do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this step, built and run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 in a0-a3, paddle in a4-a7, answer in a0. blez is the guard: bounce only while moving down.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6: the lost ball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lost ball: below the screen, restart from the top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t5, 200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t2, t5, 8f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40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8: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 still holds the new ball_y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200: put it back at y = 40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still holds the address of ball_y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step 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702564"/>
          </a:xfrm>
          <a:prstGeom prst="roundRect">
            <a:avLst>
              <a:gd name="adj" fmla="val 10412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labs/run.sh 07-asm-graphics-game/step6_collision.S pong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ball alive for ten bounces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on purpose: where does it restart?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instructions between the hitbox call and update_done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5  |  about 6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pic>
        <p:nvPicPr>
          <p:cNvPr id="16" name="Image 0" descr="A playable game (screenshot: frame 150, the ball on the paddle). A missed ball reappears at y = 4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playable game (screenshot: frame 150, the ball on the paddle). A missed ball reappears at y = 40.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the guard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'blez t1, update_done' line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1505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3096768"/>
            <a:ext cx="6446520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paddle INTO the falling ball from the side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4878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73049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what you see; then restore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6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 min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jitter inside the paddle or pass through: it overlaps for several frames and is negated on each.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guard removed, a ball overlapping for exactly 2 frames leaves moving...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Down: negated twice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Sideways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stops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Tune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feel right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parameter at a time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PADDLE_SPEED: try 2 and 8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ball_dx 3, ball_dy 2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PADDLE_W 32: which other line must change?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down the values you prefer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7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5 min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result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game for each value. Thanks to .equ, the width is one edit plus PADDLE_MAX; the hitbox follows automatically.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file contains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lines; 2984 bytes of cartridge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words of state: paddle_x, ball_x, ball_y, ball_dx, ball_dy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input, paddle, ball x, ball y, lost ball, collision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clear, paddle, ball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drawn in update; nothing changes in draw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bytes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state for a whole game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 now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frame from state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Animate with velocity and bounces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function with eight arguments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 a collision so it happens once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game in verified increments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8: the capstone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lab continues from step 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your tuned copy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7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labs/07-asm-graphics-game/ and labs/masters/pong.master.S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C: Pong in graphics assembly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Lab 3: Pong in Six Steps - lab</dc:title>
  <dc:subject>Chapter 7</dc:subject>
  <dc:creator>Playing with RISC-V (PRG32 textbook)</dc:creator>
  <cp:lastModifiedBy>Playing with RISC-V (PRG32 textbook)</cp:lastModifiedBy>
  <cp:revision>1</cp:revision>
  <dcterms:created xsi:type="dcterms:W3CDTF">2026-10-05T15:40:34Z</dcterms:created>
  <dcterms:modified xsi:type="dcterms:W3CDTF">2026-10-05T15:40:34Z</dcterms:modified>
</cp:coreProperties>
</file>