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7235015-e9d4-2af6-a604-37608aecf929}">
          <p14:sldIdLst>
            <p14:sldId id="256"/>
            <p14:sldId id="257"/>
            <p14:sldId id="258"/>
            <p14:sldId id="259"/>
          </p14:sldIdLst>
        </p14:section>
        <p14:section name="Print" id="{c391a450-0eeb-341c-855a-e6e7129dc1bb}">
          <p14:sldIdLst>
            <p14:sldId id="260"/>
            <p14:sldId id="261"/>
            <p14:sldId id="262"/>
            <p14:sldId id="263"/>
            <p14:sldId id="264"/>
          </p14:sldIdLst>
        </p14:section>
        <p14:section name="Trace by hand" id="{1018b1a7-0c26-bc66-c3d9-3bc1d457f5ca}">
          <p14:sldIdLst>
            <p14:sldId id="265"/>
            <p14:sldId id="266"/>
            <p14:sldId id="267"/>
            <p14:sldId id="268"/>
            <p14:sldId id="269"/>
          </p14:sldIdLst>
        </p14:section>
        <p14:section name="The frame" id="{ce4335ac-ecbe-fdb2-1262-aa1871fc2510}">
          <p14:sldIdLst>
            <p14:sldId id="270"/>
            <p14:sldId id="271"/>
            <p14:sldId id="272"/>
            <p14:sldId id="273"/>
          </p14:sldIdLst>
        </p14:section>
        <p14:section name="Counter" id="{f1bad719-5cd9-953e-35b5-a8a518c7437d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Break and fix" id="{abf248f4-c116-437c-a431-c9d1ab29df3d}">
          <p14:sldIdLst>
            <p14:sldId id="280"/>
            <p14:sldId id="281"/>
            <p14:sldId id="282"/>
            <p14:sldId id="283"/>
            <p14:sldId id="284"/>
          </p14:sldIdLst>
        </p14:section>
        <p14:section name="Closing" id="{bd767c62-3a97-8bd3-46ea-7823f7cf7b2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5 of the textbook. Practical, step-by-step session: learners work at their machines; keep each step to its time box. Preparation: Working toolchain (setup lab). PRG32-QT for the tracing steps. Textbook examples folder available on each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examples/asm_first_contact/print_asm.S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Read-only data has its own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examples/asm_first_contact/load_modify_store.S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The register changed, memory never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examples/asm_first_contact/counter.S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examples/asm_first_contact/counter.S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5: Registers, Memory, and the Call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Lab 1: Hello, Stack Frame, Counter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small cartridges, trace registers by hand and in the debugger, break and repair a stack frame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an assembly cartridge that prints text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load-modify-store sequence by hand and confirm it in a debugger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correct prologue and epilogue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state variable in .data and change it every frame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missing sw and a missing ra save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39864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986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58747" y="1737360"/>
            <a:ext cx="2912791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58747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by hand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fix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method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paper, then run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per build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cartridge summary when a build surprises you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register table: name, value before, value after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that writes to the text console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print_asm.S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print_init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print_update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print_draw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print_init: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16-byte frame (keep sp 16-aligned)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return address into the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clear text console (C helper)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title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put address of string in a0 (1st argument)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prg32_console_write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restore the return 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tear down the 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ret goes to the right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print_update: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print_draw: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.asciz "HELLO PRG32\n"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zero-terminated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does the work, once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is zero-terminated: .asciz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and draw only return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run print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examples/asm_first_contact/print_asm.S to work/print/print.S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work/print/print.S --portable --entry-prefix print --name print --out work/print/print.prg32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work/print/print.prg32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513892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PRG32 on the 40 by 25 text console.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message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string to your name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string and a second write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and run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\n do? Remove it and observe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text; without \n the second string continues on the same line.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string in .rodata and not in .text?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cannot be executed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data that never changes; sections keep code and data apart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 is full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requires it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by hand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processor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sequence to trace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t0, hello_x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t0 = ADDRESS of hello_x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t1, 0(t0)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VALUE stored at that address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t1, t1, 1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the value (in the register)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t1, 0(t0)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the new value back to memory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hello_x is at address 0x40800100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it currently holds 20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register table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table: instruction, t0 after, t1 after, memory at 0x40800100 after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one row per instruction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 changes memory?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change only registers?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la: t0 = 0x40800100. lw: t1 = 20. addi: t1 = 21. sw: memory = 21. Only sw changes memory.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t0, hello_x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t1, t1,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0x40800100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delete the sw line. After 100 frames, hello_x holds?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Prologue, body, epilogue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frame from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book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prologue for a function that calls two helpers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matching epilogue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print_init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-16 / sw ra, 12(sp) ... lw ra, 12(sp) / addi sp, sp, 16 / ret.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ra in the debugger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print.prg32 into PRG32-QT in debug mode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Init, set a breakpoint on its first instruction, reset the cartridge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note sp after the addi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the first call: note how ra changed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decreases by 16. After the call returns, ra holds an address inside print_init, not the framework's.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just saw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prologue saved the framework's return address in memory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replaced ra with an address inside your function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epilogue put the original back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then returned to the framework, not to yourself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that changes every frame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counter cartridge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work/counter/counter.S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'counter: .word 0' in .data and a title in .rodata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counter_init, counter_update, counter_draw that only return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--entry-prefix counter and run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cartridge that builds and runs. The skeleton first, always.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counter_update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counter_update: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return address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counter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one tick per frame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return address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into your file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line aloud: load, modify, store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counter_draw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counter_draw: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return address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prg32_console_clear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title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prg32_console_write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counter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prg32_console_hex32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numeric value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write the title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counter into a0: it is the argument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hex32 prints a0 in hexadecimal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counter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update and draw to your file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Rebuild, stage,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ten seconds: how much did the counter grow?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frames per second from your reading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hexadecimal number that increases steadily, about 0x12C (300) per ten seconds at 30 frames per second.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by two; count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increment to 2 and predict the new rate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to -1: what does the display show after zero?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0xFFFFFFFF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doubles. Counting down from 0 shows 0xFFFFFFFF: -1 in two's complement.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and fix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symptoms now, while you know the cause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1: the missing store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the sw in counter_update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display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confirm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line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stays at zero: the incremented value never leaves the register.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2: the unsaved 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'sw ra' and 'lw ra' in counter_draw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happens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Run; then look at pc in PRG32-QT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lines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hangs: draw returns into itself. In the debugger pc circles inside counter_draw.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3: the unbalanced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epilogue's 'addi sp, sp, 16' to 'addi sp, sp, 8'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PRG32-QT and watch sp each frame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line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creeps downward 8 bytes per frame: a stack leak that eventually corrupts memory.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an assembly cartridge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load-modify-store by hand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stack frame without looking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in .data and change it per frame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 missing store, an unsaved ra, and a stack leak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counter.S: the next lab adds input to 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Bug 2 with the pc values you observed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5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docs/learn/labs/lab_01_hello_world.md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docs/learn/labs/debugging_register_tracing.md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Lab 1: Hello, Stack Frame, Counter - lab</dc:title>
  <dc:subject>Chapter 5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