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a189b96-9c3d-9ae3-9081-6a8cd7dea975}">
          <p14:sldIdLst>
            <p14:sldId id="256"/>
            <p14:sldId id="257"/>
            <p14:sldId id="258"/>
            <p14:sldId id="259"/>
            <p14:sldId id="260"/>
          </p14:sldIdLst>
        </p14:section>
        <p14:section name="Skeleton and hello" id="{7b8b81c1-540f-1813-f065-4a5561d9fa5e}">
          <p14:sldIdLst>
            <p14:sldId id="261"/>
            <p14:sldId id="262"/>
            <p14:sldId id="263"/>
            <p14:sldId id="264"/>
            <p14:sldId id="265"/>
          </p14:sldIdLst>
        </p14:section>
        <p14:section name="State and the counter" id="{9c7a72ba-5052-6ee7-0efb-896103ec81bb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Trace by hand" id="{eee9181b-5a6c-57b9-ca0b-f4274e4ca3fb}">
          <p14:sldIdLst>
            <p14:sldId id="272"/>
            <p14:sldId id="273"/>
            <p14:sldId id="274"/>
          </p14:sldIdLst>
        </p14:section>
        <p14:section name="Three bugs" id="{b3da9c03-3a7c-92bd-8030-68b15fff541f}">
          <p14:sldIdLst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losing" id="{3c20c67c-4cec-15a6-1b26-ccab16676b61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5 of the textbook. Practical, step-by-step session: learners work at their machines; keep each step to its time box. Preparation: Working toolchain; PRG32-QT for the tracing step. Step files: labs/05-asm-first-contact/step1..4.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labs/05-asm-first-contact/expected/step1_skeleton.png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labs/05-asm-first-contact/step2_hello.S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labs/05-asm-first-contact/expected/step2_hello.png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labs/05-asm-first-contact/step3_counter.S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labs/05-asm-first-contact/expected/step3_counter.png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labs/05-asm-first-contact/step4_bar.S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labs/05-asm-first-contact/expected/step4_bar.png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A bit mask as a cheap modulo by a power of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address is an example; yours is whatever t0 showed in step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labs/05-asm-first-contact/expected/step3_counter.png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with the headless runner: 'frame 0: instruction budget exhausted'.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with the headless runner. Students usually predict a slow leak: the caller's frame is what breaks.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5: Registers, Memory, and the Call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Lab 1: Hello, Stack Frame, Counter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verified steps, a hand trace, and three deliberate bugs with known symptoms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assembly cartridge that draws text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correct prologue and epilogue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state in .data and change it with load-modify-store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sequence by hand and confirm it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 missing store, an unsaved ra and an unbalanced stack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2912791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72576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72576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944917" y="1737360"/>
            <a:ext cx="3652418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44917" y="1737360"/>
            <a:ext cx="36524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2602154" cy="3200400"/>
          </a:xfrm>
          <a:prstGeom prst="roundRect">
            <a:avLst>
              <a:gd name="adj" fmla="val 28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749040"/>
            <a:ext cx="223639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and hello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379394" y="3017520"/>
            <a:ext cx="2602154" cy="3200400"/>
          </a:xfrm>
          <a:prstGeom prst="roundRect">
            <a:avLst>
              <a:gd name="adj" fmla="val 28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62274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562274" y="3749040"/>
            <a:ext cx="223639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the counter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10148" y="3017520"/>
            <a:ext cx="2602154" cy="3200400"/>
          </a:xfrm>
          <a:prstGeom prst="roundRect">
            <a:avLst>
              <a:gd name="adj" fmla="val 28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93028" y="3749040"/>
            <a:ext cx="223639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by hand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040901" y="3017520"/>
            <a:ext cx="2602154" cy="3200400"/>
          </a:xfrm>
          <a:prstGeom prst="roundRect">
            <a:avLst>
              <a:gd name="adj" fmla="val 28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23781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223781" y="3749040"/>
            <a:ext cx="223639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bugs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every step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a complete file in labs/: read what is new, then run it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textbook folder: labs/run.sh STEP_FILE PREFIX builds and starts 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PRG32_HOME to your PRG32 checkout; set PRG32_URL to run on a board or PRG32-QT, otherwise QEMU starts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screenshot on each slide is that exact file, built and executed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step: change one thing, predict, run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note on the console calls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chapter's examples print with prg32_console_write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board and in QEMU that text goes to the serial monitor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does not show it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lab we draw text on the screen instead, so every host shows the same thing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Skeleton and hello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 and 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three returns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1304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05-asm-first-contact/step1_skeleton.S first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file: find .global and the three labels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ret use to know where to go?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 |  about 3 min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4" name="Image 0" descr="A black screen, code=2604. ret jumps to the address in ra, which the caller's call put the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black screen, code=2604. ret jumps to the address in ra, which the caller's call put there.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a frame, and five arguments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first_draw: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prologue: make a 16-byte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save the return address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32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string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foreground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background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epilogue: restore ra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Prologue: make 16 bytes, save ra. Body: two calls. Epilogue: restore ra, release, re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Prologue: make 16 bytes, save ra. Body: two calls. Epilogue: restore ra, release, ret.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05-asm-first-contact/step2_hello.S first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x to 120 and y to 96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string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WHITE and BLACK arguments: which register is which?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 |  about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HELLO PRG32 in white at (32, 40). a3 is the foreground, a4 the backgroun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PRG32 in white at (32, 40). a3 is the foreground, a4 the background.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16-byte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463040"/>
            <a:ext cx="3291840" cy="56692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(free)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463040"/>
            <a:ext cx="5516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+ 0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9397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093976"/>
            <a:ext cx="3291840" cy="56692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(free)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093976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093976"/>
            <a:ext cx="5516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+ 4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72491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724912"/>
            <a:ext cx="3291840" cy="566928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(free, later s0)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72491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724912"/>
            <a:ext cx="5516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+ 8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3558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3355848"/>
            <a:ext cx="3291840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saved 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3355848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3355848"/>
            <a:ext cx="5516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+ 12: sw ra, 12(sp)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458968"/>
            <a:ext cx="11094415" cy="758952"/>
          </a:xfrm>
          <a:prstGeom prst="roundRect">
            <a:avLst>
              <a:gd name="adj" fmla="val 9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532120"/>
            <a:ext cx="10545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grows downward: 'addi sp, sp, -16' reserves these 16 bytes. sp must stay a multiple of 16 at every call.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and the counter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3 and 4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load, modify, store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first_update: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leaf function: it calls nothing, so it needs no stack frame.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counter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ADDRESS of counter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VALUE stored there      (load)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tick per frame           (modify)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it back                (store)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counter lives in .data. update is a leaf: it calls nothing, so it needs no frame. Nothing visible changes ye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 lives in .data. update is a leaf: it calls nothing, so it needs no frame. Nothing visible changes yet.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3, look inside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05-asm-first-contact/step3_counter.S first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looks like step 2: where is the counter?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debug mode, step past 'la t0, counter' and read t0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that address twice, a second apart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he word at that address grows by about 30 per second: state changes even when nothing is draw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 at that address grows by about 30 per second: state changes even when nothing is drawn.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4: draw the state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counter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t1, 255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 = counter modulo 256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32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height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A bar whose width is counter AND 255: it grows for 256 frames, then starts again. Screenshot taken at frame 10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 whose width is counter AND 255: it grows for 256 frames, then starts again. Screenshot taken at frame 100.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05-asm-first-contact/step4_bar.S first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one full sweep of the bar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frames per second: 256 / seconds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'addi t1, t1, 1' to 'addi t1, t1, 4'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 |  about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One sweep takes about 8.5 seconds at 30 frames per second; with 4 it sweeps four times faste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sweep takes about 8.5 seconds at 30 frames per second; with 4 it sweeps four times faster.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'andi a2, t1, 255' and not the counter itself as width?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 cannot take a register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 grows without bound; AND keeps the low 8 bits, 0..255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is faster than mv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convert to hexadecimal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by hand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the processor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Fill in the table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four lines of first_update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counter is at 0x40800a90 and holds 20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instruction: t0 after, t1 after, memory after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instruction changes memory?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la: t0 = 0x40800a90. lw: t1 = 20. addi: t1 = 21. sw: memory = 21. Only sw changes memory.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answer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t0, counter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0x40800a90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0(t0)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0x40800a90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0x40800a90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 t1, 0(t0)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0x40800a90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bugs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a symptom you will meet again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 1: the missing store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copy of step4_bar.S delete 'sw t1, 0(t0)' in update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picture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run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  |  about 4 min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3" name="Image 0" descr="HELLO PRG32 and no bar, forever: the incremented value never leaves the register. The picture is exactly step 3'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PRG32 and no bar, forever: the incremented value never leaves the register. The picture is exactly step 3's.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 2: the unsaved ra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Restore; now delete 'sw ra, 12(sp)' and 'lw ra, 12(sp)' in draw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what ret does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PRG32-QT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frame never ends. PRG32-QT reports 'instruction budget exhausted'; QEMU and the board simply hang.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Bug 3: the unbalanced stack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Restore; now change the epilogue to 'addi sp, sp, 8'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 slow leak, or an immediate failure?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PRG32-QT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failure: 'instruction fetch outside cartridge memory'. Your caller, the trampoline, reloads ITS ra from 12(sp), now the wrong slot, and jumps to garbage.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to remember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160406"/>
                <a:gridCol w="693401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never changes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sw after modifying a register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Hangs in the first frame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 not saved before a call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Crashes at the first return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 not restored exactly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Works, then corrupts later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s register used but not saved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and modify an assembly cartridge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frame without looking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and change state in .data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load-modify-store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three bugs by their symptoms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6: branches and input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up Bug 3: why did it fail at once?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copy of step4_bar.S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5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labs/05-asm-first-contact/ in the textbook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docs/learn/labs/lab_01_hello_world.md and debugging_register_tracing.md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Assembly Lab 1: Hello, Stack Frame, Counter - lab</dc:title>
  <dc:subject>Chapter 5</dc:subject>
  <dc:creator>Playing with RISC-V (PRG32 textbook)</dc:creator>
  <cp:lastModifiedBy>Playing with RISC-V (PRG32 textbook)</cp:lastModifiedBy>
  <cp:revision>1</cp:revision>
  <dcterms:created xsi:type="dcterms:W3CDTF">2026-10-05T15:40:34Z</dcterms:created>
  <dcterms:modified xsi:type="dcterms:W3CDTF">2026-10-05T15:40:34Z</dcterms:modified>
</cp:coreProperties>
</file>