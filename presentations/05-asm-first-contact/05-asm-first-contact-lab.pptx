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fc34045-4fde-7bb5-8ebf-6879686aff54}">
          <p14:sldIdLst>
            <p14:sldId id="256"/>
            <p14:sldId id="257"/>
            <p14:sldId id="258"/>
            <p14:sldId id="259"/>
            <p14:sldId id="260"/>
          </p14:sldIdLst>
        </p14:section>
        <p14:section name="Skeleton and hello" id="{50f396c8-ef5f-6700-324d-24b3494de35c}">
          <p14:sldIdLst>
            <p14:sldId id="261"/>
            <p14:sldId id="262"/>
            <p14:sldId id="263"/>
            <p14:sldId id="264"/>
            <p14:sldId id="265"/>
          </p14:sldIdLst>
        </p14:section>
        <p14:section name="State and the counter" id="{8dcca0da-9d8a-d6b3-ec1e-61ad272539f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race by hand" id="{fbf3b617-b682-1ec9-cac2-ea0077007a56}">
          <p14:sldIdLst>
            <p14:sldId id="272"/>
            <p14:sldId id="273"/>
            <p14:sldId id="274"/>
          </p14:sldIdLst>
        </p14:section>
        <p14:section name="Three bugs" id="{4b792ecf-41b7-0b5d-411c-eb3963df3d65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ing" id="{559463cd-f382-dd62-9f93-d3c20dc0a184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5 of the textbook. Practical, step-by-step session: learners work at their machines; keep each step to its time box. Preparation: Working toolchain; PRG32-QT for the tracing step. Step files: labs/05-asm-first-contact/step1..4.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labs/05-asm-first-contact/expected/step1_skeleton.png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labs/05-asm-first-contact/step2_hello.S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labs/05-asm-first-contact/expected/step2_hello.png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labs/05-asm-first-contact/step3_counter.S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labs/05-asm-first-contact/expected/step3_counter.png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labs/05-asm-first-contact/step4_bar.S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labs/05-asm-first-contact/expected/step4_bar.png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A bit mask as a cheap modulo by a power of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address is an example; yours is whatever t0 showed in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labs/05-asm-first-contact/expected/step3_counter.png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the headless runner: 'frame 0: instruction budget exhausted'.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the headless runner. Students usually predict a slow leak: the caller's frame is what breaks.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5: Registers, Memory, and the Call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1: Hello, Stack Frame, Counter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verified steps, a hand trace, and three deliberate bugs with known symptoms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assembly cartridge that draws text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correct prologue and epilogue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state in .data and change it with load-modify-store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sequence by hand and confirm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missing store, an unsaved ra and an unbalanced stack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and hello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79394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6227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562274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the counter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0148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93028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by hand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040901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23781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23781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bugs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the console calls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chapter's examples print with prg32_console_write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 and in QEMU that text goes to the serial monitor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does not show 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lab we draw text on the screen instead, so every host shows the same thing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Skeleton and hello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three returns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05-asm-first-contact/step1_skeleton.S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file: find .global and the three labels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ret use to know where to go?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3 min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4" name="Image 0" descr="A black screen, code=2604. ret jumps to the address in ra, which the caller's call put t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screen, code=2604. ret jumps to the address in ra, which the caller's call put there.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a frame, and five arguments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prologue: make a 16-byte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the return address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string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epilogue: restore ra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ologue: make 16 bytes, save ra. Body: two calls. Epilogue: restore ra, release, r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Prologue: make 16 bytes, save ra. Body: two calls. Epilogue: restore ra, release, ret.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05-asm-first-contact/step2_hello.S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x to 120 and y to 96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string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WHITE and BLACK arguments: which register is which?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HELLO PRG32 in white at (32, 40). a3 is the foreground, a4 the backgrou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PRG32 in white at (32, 40). a3 is the foreground, a4 the background.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16-byte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9397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93976"/>
            <a:ext cx="329184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93976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93976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249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24912"/>
            <a:ext cx="3291840" cy="56692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(free, later s0)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72491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724912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558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355848"/>
            <a:ext cx="329184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saved 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335584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355848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+ 12: sw ra, 12(sp)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grows downward: 'addi sp, sp, -16' reserves these 16 bytes. sp must stay a multiple of 16 at every call.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the counter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3 and 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load, modify,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leaf function: it calls nothing, so it needs no stack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counter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VALUE stored there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(load)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tick per frame 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(modify)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it back             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(store)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ounter lives in .data. update is a leaf: it calls nothing, so it needs no frame. Nothing visible changes y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lives in .data. update is a leaf: it calls nothing, so it needs no frame. Nothing visible changes yet.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3, look inside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05-asm-first-contact/step3_counter.S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looks like step 2: where is the counter?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debug mode, step past 'la t0, counter' and read t0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that address twice, a second apart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word at that address grows by about 30 per second: state changes even when nothing is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at that address grows by about 30 per second: state changes even when nothing is drawn.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draw the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t1, 255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counter modulo 256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A bar whose width is counter AND 255: it grows for 256 frames, then starts again. Screenshot taken at frame 10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whose width is counter AND 255: it grows for 256 frames, then starts again. Screenshot taken at frame 100.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05-asm-first-contact/step4_bar.S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full sweep of the bar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frames per second: 256 / seconds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'addi t1, t1, 1' to 'addi t1, t1, 4'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One sweep takes about 8.5 seconds at 30 frames per second; with 4 it sweeps four times fast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sweep takes about 8.5 seconds at 30 frames per second; with 4 it sweeps four times faster.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'andi a2, t1, 255' and not the counter itself as width?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 cannot take a register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grows without bound; AND keeps the low 8 bits, 0..255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is faster than mv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 to hexadecimal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by hand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the processor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four lines of first_update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counter is at 0x40800a90 and holds 20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instruction: t0 after, t1 after, memory after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instruction changes memory?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la: t0 = 0x40800a90. lw: t1 = 20. addi: t1 = 21. sw: memory = 21. Only sw changes memory.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bugs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a symptom you will meet again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1: the missing store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copy of step4_bar.S delete 'sw t1, 0(t0)' in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picture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4 min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3" name="Image 0" descr="HELLO PRG32 and no bar, forever: the incremented value never leaves the register. The picture is exactly step 3'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PRG32 and no bar, forever: the incremented value never leaves the register. The picture is exactly step 3's.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2: the unsaved 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Restore; now delete 'sw ra, 12(sp)' and 'lw ra, 12(sp)' in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what ret does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PRG32-QT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frame never ends. PRG32-QT reports 'instruction budget exhausted'; QEMU and the board simply hang.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3: the unbalanced stack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Restore; now change the epilogue to 'addi sp, sp, 8'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slow leak, or an immediate failure?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PRG32-QT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failure: 'instruction fetch outside cartridge memory'. Your caller, the trampoline, reloads ITS ra from 12(sp), now the wrong slot, and jumps to garbage.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to remember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never changes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sw after modifying a 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Hangs in the first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 before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Crashes at the first return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 not restored exactly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Works, then corrupts later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s register used but not saved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modify an assembly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frame without looking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and change state in .data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load-modify-store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three bugs by their symptoms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6: branches and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up Bug 3: why did it fail at once?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copy of step4_bar.S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labs/05-asm-first-contact/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docs/learn/labs/lab_01_hello_world.md and debugging_register_tracing.md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1: Hello, Stack Frame, Counter - lab</dc:title>
  <dc:subject>Chapter 5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