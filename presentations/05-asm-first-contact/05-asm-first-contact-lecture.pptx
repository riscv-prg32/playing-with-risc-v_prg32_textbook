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57c4d1d-2907-28bd-96f4-a4c7b04dbde4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he smallest program" id="{5c5f1f70-b7f2-5322-abea-f13a9ccb34ac}">
          <p14:sldIdLst>
            <p14:sldId id="264"/>
            <p14:sldId id="265"/>
            <p14:sldId id="266"/>
          </p14:sldIdLst>
        </p14:section>
        <p14:section name="Instructions" id="{090bada5-63be-e6f9-32d5-af38e575bf7f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The call" id="{053f2bff-fa6a-b8f9-6b84-a4c4dc78b696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Sections and memory" id="{2ce214f5-e813-3664-375b-5f3db8bce978}">
          <p14:sldIdLst>
            <p14:sldId id="279"/>
            <p14:sldId id="280"/>
            <p14:sldId id="281"/>
            <p14:sldId id="282"/>
            <p14:sldId id="283"/>
          </p14:sldIdLst>
        </p14:section>
        <p14:section name="A program that ticks" id="{34a03d9c-f4be-56c9-82cc-8735737baedc}">
          <p14:sldIdLst>
            <p14:sldId id="284"/>
            <p14:sldId id="285"/>
            <p14:sldId id="286"/>
          </p14:sldIdLst>
        </p14:section>
        <p14:section name="Closing" id="{7e53fe6d-7443-d14a-c17c-096b8c08daf2}">
          <p14:sldIdLst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5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Temporaries (t0-t6) and argument registers are caller-saved; s registers and sp are preserved.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examples/asm_first_contact/hello_world_asm.S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immediate of addi is 12 bits, signed: -2048 to 2047.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Memory is reached only through loads and stores. Arithmetic works only on registers.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la loads an address. A following lw fetches the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Unless you saved the original ra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examples/asm_first_contact/print_asm.S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The call overwrote 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Initialised variables in a cartridge live in .data.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examples/asm_first_contact/game_state_data.S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important pattern of the track. Have students say it aloud.
Source: examples/asm_first_contact/load_modify_store.S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examples/asm_first_contact/counter.S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5: Registers, Memory, and the Call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Contact: Registers, Memory, and the Call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RV32 machine model, the first instructions, the stack frame, and state in .data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students (RISC-V assembly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RV32 programmer's model: 32 registers, pc, memory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register roles of the calling convention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write arithmetic, load, store, and pseudo-instructions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ra must be saved before a nested call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 out a program in .text, .data, and .rodata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load-modify-store sequence by hand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520980" y="1737360"/>
            <a:ext cx="118699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20980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753693" y="1737360"/>
            <a:ext cx="2419706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53693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19119" y="1737360"/>
            <a:ext cx="2419706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9119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684544" y="1737360"/>
            <a:ext cx="168007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4544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machine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program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and the stack frame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and memory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 that ticks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processor does three things: it computes in registers, it moves data to and from memory, and it decides where to go next.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 you will ever read is one of those three.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machine you are programming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registers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x0 to x31, each 32 bits wide. x0 is hard-wired to zero.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counter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holds the address of the next instruction.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array of bytes, addressed by 32-bit numbers. Words are 4 bytes, little-endian.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RV32IMAC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integer set, multiply/divide, atomics, compressed 16-bit encodings.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Registers by role (ABI names)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311336"/>
                <a:gridCol w="5084940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Preserved by a call?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a0 - a7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Arguments; a0 also the return value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t0 - t6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Temporaries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s0 - s11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Saved values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address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save it yourself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 pointer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Yes; keep 16-byte aligned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zero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names instead of numbers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x10 and a0 are the same register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names record a promise, the calling convention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hardware does not enforce it; every compiler and every library relies on it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it and your program fails somewhere far from the mistake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register may a function you call freely overwrite?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smallest program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labels that return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cartridge that does nothing, correctly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hello_init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hello_update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hello_draw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hello_init: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return to the framework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.section .text: what follows is code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.global: export the name to the linker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label names an address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 jumps to the address in ra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runtime does with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code to 0x40800000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init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update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draw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header stores the offsets of your three labels. 'call' places the return address in ra; your 'ret' uses it.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Instructions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load, store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Arithmetic and bit operations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4226444"/>
                <a:gridCol w="316983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 rd, rs1, rs2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rs1 + rs2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 t2, t2, t4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rd, rs1, imm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rs1 + 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t1, t1, 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 rd, rs1, rs2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rs1 - rs2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 t0, t1, t2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rd, rs1, imm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rs1 AND 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t3, t0, 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slli rd, rs1, n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rs1 shifted left n bits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slli t0, t0, 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no subi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with a negative constant subtracts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t1, t1, -1 decrements t1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regular instruction set is the R in RISC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instruction kinds make simpler, faster hardware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and store word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739627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rd, off(rs1)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the 32-bit word at address rs1 + off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 rs2, off(rs1)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word at address rs1 + off = rs2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lb / lbu, lh / lhu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a byte or half-word, signed or unsigned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sb, sh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 byte or half-word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Pseudo-instructions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211541"/>
                <a:gridCol w="4379374"/>
                <a:gridCol w="35035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write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assembler emits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 t0, 440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addi, or lui + addi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a 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t0, label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auipc + addi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an address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mv t0, a0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t0, a0, 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a register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 f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auipc + jalr (sets ra)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a function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jalr zero, 0(ra)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neg t1, t1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 t1, zero, t1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'la t0, counter' put in t0?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stored in counter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 of counter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counter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call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 non-trivial function begins and ends the same way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'call' does to ra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 holds the address in the framework where your function must return.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helper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 is overwritten with the address just after the call.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 returns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continues in your function. ra still points into your function.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ret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Jumps to ra: back into yourself. An endless loop.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 frame: prologue and epilogue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print_init: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make 16-byte frame (keep sp 16-aligned)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save return address into the frame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prg32_console_clear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clear text console (C helper)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title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put address of string in a0 (1st argument)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prg32_console_write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print 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restore the return address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tear down the frame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  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now ret goes to the right place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room: 16 bytes keeps sp aligned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ra into the frame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calls are safe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ra, release the frame, return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of the frame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 grows downward: allocating subtracts from sp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 in multiples of 16 bytes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ra if you call anything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any s register you use, and restore it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path out of the function must restore and release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bytes: stack alignment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Arguments travel in a0, a1, a2...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title           # 1st argument: address of the string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prg32_console_write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440             # 1st argument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              # 2nd argument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512             # 3rd argument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prg32_buzzer_tone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# result comes back in a0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argument in a0, second in a1, ...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return value arrives in a0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call, assume a and t registers are destroyed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function calls a helper but never saves ra. What happens at its ret?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returns normally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jumps back to just after its own call: an endless loop or a crash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assembler reports an error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 overflows at once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Sections and memory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code, constants, and variables live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anatomy of a program</a:t>
            </a:r>
            <a:endParaRPr lang="en-US" sz="3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883"/>
                <a:gridCol w="4992487"/>
                <a:gridCol w="388304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directives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.text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.global, labels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.data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 with initial values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.word 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.rodata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Constants that never change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.asciz "HELLO"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.bss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 that start at zero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.space 24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is memory with a name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hello_x:      .word 20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object x position, in text columns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hello_score:  .word 0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simple counter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.word reserves 4 bytes and sets their initial value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 is the address of those bytes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state is exactly this: named words in .data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Load, modify, store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t0, hello_x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ADDRESS of hello_x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t1, 0(t0)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VALUE stored at that address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t1, t1, 1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change the value (in the register)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 t1, 0(t0)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the new value back to memory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la: the address into t0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lw: memory to register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addi: compute in the register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sw: register back to memory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three steps to add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arithmetic never touches memory directly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load-store design keeps each instruction simple and fast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in the register is a copy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sw is the classic bug: the variable never changes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program that ticks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it together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counter: one tick per frame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counter_update: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save return address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counter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count one tick per frame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load return address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Prologue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Load-modify-store on counter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Epilogue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once per frame: the counter measures time in frames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role of a0, t0, s0, ra, sp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la, lw, and sw each do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prologue and an epilogue from memory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 ra must be saved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in which section a variable and a string belong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build print and counter; break and repair the frame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6: branches and input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your annotated listing from the orientation lab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5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unprivileged ISA specification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docs/software/abi.md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docs/learn/tutorial_ascii_game.md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First Contact: Registers, Memory, and the Call - lecture</dc:title>
  <dc:subject>Chapter 5</dc:subject>
  <dc:creator>Playing with RISC-V (PRG32 textbook)</dc:creator>
  <cp:lastModifiedBy>Playing with RISC-V (PRG32 textbook)</cp:lastModifiedBy>
  <cp:revision>1</cp:revision>
  <dcterms:created xsi:type="dcterms:W3CDTF">2026-10-05T08:18:06Z</dcterms:created>
  <dcterms:modified xsi:type="dcterms:W3CDTF">2026-10-05T08:18:06Z</dcterms:modified>
</cp:coreProperties>
</file>