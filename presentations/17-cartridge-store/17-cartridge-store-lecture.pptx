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97ac382-26c2-f78e-982f-51d9aa0fa146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What exactly gets published" id="{d3daf64d-aee9-f010-08d0-708e1d628c4b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he visitor" id="{40625194-ace4-d507-620b-9a8d40a204bb}">
          <p14:sldIdLst>
            <p14:sldId id="269"/>
            <p14:sldId id="270"/>
            <p14:sldId id="271"/>
            <p14:sldId id="272"/>
          </p14:sldIdLst>
        </p14:section>
        <p14:section name="The registered user" id="{7c4f051e-4944-75c4-a397-80f40ae65e52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The editor" id="{b1d8e619-5d38-d011-c08e-5679531c58b5}">
          <p14:sldIdLst>
            <p14:sldId id="281"/>
            <p14:sldId id="282"/>
            <p14:sldId id="283"/>
            <p14:sldId id="284"/>
          </p14:sldIdLst>
        </p14:section>
        <p14:section name="The administrator" id="{9e010d3f-380c-af6f-c948-2d8adac9a7d6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ing" id="{b25f887f-11bc-dadd-86fe-b928d531d5f4}">
          <p14:sldIdLst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17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examples/store_publishing/manifest.json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examples/store_publishing/colophon.json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Identity and authorship are preserved from the submitted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scripts/store/client_download.sh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scripts/store/build_variants.sh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scripts/store/pack_and_publish.sh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a real session against a local Store.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scripts/store/admin_deploy.sh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17: The Cartridge Store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Cartridges on the Cartridge Store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Moderated publishing from four points of view: visitor, registered user, editor, administrator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tracks), teachers, and Store staff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life of a submission from upload to catalogue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 cartridge, a bundle, and a game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each of the four roles can do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manifest, a colophon, and a bundle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 editorial checklist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first duties of a Store administrator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in one picture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published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only its author can run is an exercise. A game a classmate can download and beat your score on is a publication.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Store turns one into the other.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 of a submission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a bundle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in the queue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or rejects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and browsers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play, score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is moderated: nothing reaches the catalogue without an editor's decision. The Store never executes uploaded code.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points of view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33541"/>
                <a:gridCol w="6827332"/>
                <a:gridCol w="21335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Browse, search, read game pages, download, view scores and statistics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user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upload bundles, create tokens, submit scores, own metrics runs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e-mail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review the queue, edit descriptive metadata, verify, reject, manage cartridges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group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Also: settings, users, groups, authentication, backup and restore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a catalogue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Scores: a leaderboard per game and a public scoreboard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frame-level performance runs, exported as CSV and reports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Multiplayer: a WebSocket relay; rooms isolated by cartridge signature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Discovery: mDNS on the classroom network, and a well-known document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exactly gets published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nested things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Cartridge, bundle,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.prg32 file: header, code, optional audio block, optional metadata trailer. One linked image.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ZIP with manifest.json, an icon, and one cartridge per architecture. The unit of submission.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catalogue entry identified by the manifest's id; each version holds its architecture variants.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manifest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"org.example.lemon-catcher",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"Catch the falling lemons with your basket.",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"A first cartridge from the Playing with RISC-V textbook. Move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basket with LEFT and RIGHT; five misses end the round.",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"education", "textbook"],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"lemon-catcher-esp32c6.prg32"},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"lemon-catcher-qemu.prg32"}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abi, id, title, version: required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assets.icon: required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at least 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and version are permanent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architectures, one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contains one linked image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esp32c6: the physical 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qemu: the emulator workflow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ask for the variant they can run: ?version=1.0.0&amp;architecture=qemu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colophon: a game's title page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"Lemon Catcher",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Playing with RISC-V cartridge",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"2026-10-05",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 or Class"},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["Thanks to the PRG32 community"],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"LEFT / RIGHT", "action": "Move the basket"},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"Restart after game over"}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START to play"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before play begins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by role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and copyright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for the player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fields can an editor NOT change during review?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and tags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and description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version, and authors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and homepage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visitor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needed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getting games is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and search by title, summary, author, or tag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page: description, authors, versions, downloads, colophon, leaderboard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Stats pages are public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visitors are devices: a board's Setup menu, or PRG32-QT's Store screen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visitor at a terminal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account is needed to discover, list, or download.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discover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list --store-url "$PRG32_STORE_URL"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"$PRG32_STORE_URL/api/games?q=lemon&amp;per_page=10"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GAME="$PRG32_STORE_URL/api/games/org.example.lemon-catcher"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-o lemon-catcher.prg32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"$GAME/download?version=1.0.0&amp;architecture=qemu"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mDNS discovery on the local network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and search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by version and architecture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credentials anywhere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open downloads are safe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consumer, not the catalogue, has the last word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and tools check ABI major, ABI hash, and required features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incompatible cartridge is refused, not executed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validates packages but never runs them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registered user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game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source to pending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19170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with an e-mail; follow the link; set a password.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2502347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49819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34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032699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publication token; copy it once; keep it secret.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80352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50998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333878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333878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portable cartridge per architecture.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10470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177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2270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635057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635057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manifest.json, icon, optional colophon.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405884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3356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2388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36236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936236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pack-bundle, then publish-bundle or the web form.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both variants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from the PRG32 repository root after sourcing ESP-IDF.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Builds one portable cartridge per Store architecture.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build/store-lemon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ARCH in esp32c6 qemu; do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python3 -m prg32 cartridge build work/lemon_catcher_c_game.c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--architecture "$ARCH"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lemon_catcher_c --name lemon-catcher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"build/store-lemon/lemon-catcher-$ARCH.prg32"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build/store-lemon/lemon-catcher-esp32c6.prg32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labels the variant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source, same prefix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confirms what you built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 and submit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manifest.json and icon.png sit beside the two .prg32 files.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--manifest build/store-lemon/manifest.json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build/lemon-catcher-1.0.0.zip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token comes from the Store's Tokens page; keep it out of Git.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build/lemon-catcher-1.0.0.zip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--store-url "$PRG32_STORE_URL" --token "$PRG32_STORE_TOKEN"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manifest names the files beside 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comes from an environment variable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reply is a pending submission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tools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store publish-bundle build/lemon-catcher-1.0.0.zip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{ "architecture": "esp32c6", "file": "lemon-catcher-esp32c6.prg32"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"architecture": "qemu",    "file": "lemon-catcher-qemu.prg32" }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Submitted for review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.../api/submissions/1/verify -d '{"metadata":{"id":"x.y"}}'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"error": "metadata.id cannot be changed during review", "ok": false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store list --store-url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               Title          Version  Architectures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org.example.lemon-catcher   Lemon Catcher           esp32c6, qemu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submission is pending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editor cannot change identity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verification the game is listed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metadata trailer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223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500307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"PRG32META"</a:t>
            </a:r>
            <a:endParaRPr lang="en-US" sz="1423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bytes</a:t>
            </a:r>
            <a:endParaRPr lang="en-US" sz="1223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23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7355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</a:t>
            </a:r>
            <a:endParaRPr lang="en-US" sz="1223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27355"/>
            <a:ext cx="3291840" cy="500307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</a:t>
            </a:r>
            <a:endParaRPr lang="en-US" sz="1423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27355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bytes</a:t>
            </a:r>
            <a:endParaRPr lang="en-US" sz="1223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27355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1</a:t>
            </a:r>
            <a:endParaRPr lang="en-US" sz="1423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91671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</a:t>
            </a:r>
            <a:endParaRPr lang="en-US" sz="1223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591671"/>
            <a:ext cx="3291840" cy="500307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entry_count</a:t>
            </a:r>
            <a:endParaRPr lang="en-US" sz="1423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91671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223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591671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blocks</a:t>
            </a:r>
            <a:endParaRPr lang="en-US" sz="1423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155986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223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155986"/>
            <a:ext cx="3291840" cy="500307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trailer_size</a:t>
            </a:r>
            <a:endParaRPr lang="en-US" sz="1423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3155986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223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155986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trailer, in bytes</a:t>
            </a:r>
            <a:endParaRPr lang="en-US" sz="1423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20302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223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720302"/>
            <a:ext cx="3291840" cy="500307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423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720302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223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720302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META, ICON, SCRN, SIGN or COLO</a:t>
            </a:r>
            <a:endParaRPr lang="en-US" sz="1423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84617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</a:t>
            </a:r>
            <a:endParaRPr lang="en-US" sz="1223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4284617"/>
            <a:ext cx="3291840" cy="500307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endParaRPr lang="en-US" sz="1423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4284617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223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4284617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that follow</a:t>
            </a:r>
            <a:endParaRPr lang="en-US" sz="1423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848933"/>
            <a:ext cx="82296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223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848933"/>
            <a:ext cx="3291840" cy="500307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3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endParaRPr lang="en-US" sz="1423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848933"/>
            <a:ext cx="1143000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3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223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848933"/>
            <a:ext cx="5516575" cy="5003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3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or image bytes; repeated per entry</a:t>
            </a:r>
            <a:endParaRPr lang="en-US" sz="1423" dirty="0"/>
          </a:p>
        </p:txBody>
      </p:sp>
      <p:sp>
        <p:nvSpPr>
          <p:cNvPr id="31" name="Shape 29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Appended after the code. The Store adds one on publication: the 3432-byte cartridge we uploaded came back as 4418 bytes.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token is your account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script can do, the token can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in an environment variable, never in source or in Git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tokens by where they live: 'lab laptop'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a leaked token at once on the Tokens page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submit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variants build and run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editor will try them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id is yours; the version is new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are permanent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and summary say what it is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They are the catalogue entry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and licence are true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Attribution is part of the record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personal data in any text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Publication is public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 and sound are yours or licensed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are the publisher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editor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submissions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editor sees and may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item in the navigation bar: the pending queue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submission: submitter, id, version, authors, files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editable fields: title, summary, description, tags, licence, homepage, repository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outcomes: Verify and Publish, or Reject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edit or delete published versions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editorial checklist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807580"/>
                <a:gridCol w="62868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answer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run?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each variant in PRG32-QT or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what it says?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title, summary, tags with the game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it suitable for this audience?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past the title; read every string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attribution honest?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Authors, licence, borrowed art and music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anyone's privacy at risk?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Names, photos, contact details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version or duplicate?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the catalogue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editor may improve how a game is described, but not what it is or who made it.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separation a journal observes between copy-editing a paper and changing its authors.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administrator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deployment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#!/usr/bin/env 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Administrators: first deployment of a classroom Store.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https://github.com/riscv-prg32/CartridgeStore.git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CartridgeStore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SECRET_KEY="$(python3 -c 'import secrets; print(secrets.token_urlsafe(32))')"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 -d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http://127.0.0.1:5080/.well-known/prg32-store.json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health check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log in as admin at /auth/login and change the default password.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SECRET_KEY signs sessions: required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persists in ./data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check: the discovery document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change the default password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to do before anyone connects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default administrator password (admin / password)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long random SECRET_KEY and keep it with the deployment's secrets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SMTP for registration links, or they are only logged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add your editors to the editors group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/ password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 first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pages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35666"/>
                <a:gridCol w="875874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theme, default role, publishing, mDNS, SMTP, OIDC, SAML2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Create, edit, delete; roles; passwords; groups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grants review rights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metadata or delete versions (shared with editors)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and restore a complete backup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 checklist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83208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Reachability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5080 open; boards and laptops on one network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well-known document returns addresses reachable from the boards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reverse proxy must forward WebSocket traffic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behind a reverse proxy outside a closed classroom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Least privilege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Editors are not administrators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Scheduled, stored elsewhere, restored once as a test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four roles and one thing only each can 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cartridge, bundle, and game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which manifest fields are permanent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how to create and revoke a token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administrator's first two duties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publish a cartridge and review a classmate's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 icon (square PNG) and a colophon for your game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your game's id and licence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CartridgeStore README and docs/api.md, operations.md, deployment.md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colophon_abi.md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docs/cartridge_store/cartridge_store.md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Publishing Cartridges on the Cartridge Store - lecture</dc:title>
  <dc:subject>Chapter 17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