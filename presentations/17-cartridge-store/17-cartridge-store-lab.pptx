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7de2bb2-1b31-db08-9f23-d88d1e4c8640}">
          <p14:sldIdLst>
            <p14:sldId id="256"/>
            <p14:sldId id="257"/>
            <p14:sldId id="258"/>
            <p14:sldId id="259"/>
          </p14:sldIdLst>
        </p14:section>
        <p14:section name="Registered user" id="{246e4f69-6c2e-636f-b34b-9088bcefecfc}">
          <p14:sldIdLst>
            <p14:sldId id="260"/>
            <p14:sldId id="261"/>
            <p14:sldId id="262"/>
            <p14:sldId id="263"/>
          </p14:sldIdLst>
        </p14:section>
        <p14:section name="Build and describe" id="{47135d13-0570-c45f-de65-436f4b2a5719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Submit" id="{f0270026-bfa3-3ed7-1959-88d7b153808e}">
          <p14:sldIdLst>
            <p14:sldId id="271"/>
            <p14:sldId id="272"/>
            <p14:sldId id="273"/>
            <p14:sldId id="274"/>
            <p14:sldId id="275"/>
          </p14:sldIdLst>
        </p14:section>
        <p14:section name="Editor" id="{931bff2d-fecf-4af0-857f-2980597f0050}">
          <p14:sldIdLst>
            <p14:sldId id="276"/>
            <p14:sldId id="277"/>
            <p14:sldId id="278"/>
            <p14:sldId id="279"/>
            <p14:sldId id="280"/>
          </p14:sldIdLst>
        </p14:section>
        <p14:section name="Visitor" id="{5459f292-2425-eefa-c9a0-3c1fac089dff}">
          <p14:sldIdLst>
            <p14:sldId id="281"/>
            <p14:sldId id="282"/>
            <p14:sldId id="283"/>
          </p14:sldIdLst>
        </p14:section>
        <p14:section name="Administrator" id="{66e98533-e294-6394-8b1e-7a35f3732879}">
          <p14:sldIdLst>
            <p14:sldId id="284"/>
            <p14:sldId id="285"/>
            <p14:sldId id="286"/>
            <p14:sldId id="287"/>
          </p14:sldIdLst>
        </p14:section>
        <p14:section name="Closing" id="{32117faa-1662-75b8-9a13-1f3e2350c805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17 of the textbook. Practical, step-by-step session: learners work at their machines; keep each step to its time box. Preparation: A classroom Cartridge Store on the lab network (docker compose up), default password changed, SMTP configured or the instructor relaying registration links from the log. A second group named editors-lab is not needed: use the built-in editors group and add students in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SMTP the link appears in the server log: the instructor relays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Never in source or in Git. Revoke and recreate if it leaks.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scripts/store/build_variants.sh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examples/store_publishing/manifest.json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64 x 64 PNG drawn in any editor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scripts/store/pack_and_publish.sh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Moderated publishing.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scripts/store/editor_review.sh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scripts/store/admin_deploy.sh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17: The Cartridge Store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Lab: Submit, Review, Download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acts as registered user, then editor, then visitor, on a classroom Store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tracks), teachers, and Store staff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create a publication token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describe, pack, and submit a bundle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another student's submission against a checklist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 published game as a visitor and run 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 score and find it on the leaderboard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deploy and back up a Store of your own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656885" y="1737360"/>
            <a:ext cx="94045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56885" y="1737360"/>
            <a:ext cx="9404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and token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describe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as editor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Visitor, scores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(optional)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in this lab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as a registered user and submits a game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become editor for a neighbour's submission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visitor, downloading what was published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address on the board: export it as PRG32_STORE_URL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Registered user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and token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Store in a browser and choose Register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university e-mail address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verification link and set a password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logged in; the navigation bar now shows Publish and Tokens.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publication token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Tokens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Label: your machine's name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token and copy it now: it is shown once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5138928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PRG32_STORE_TOKEN=prg32_...   (in your shell, not in a file)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token listed with its label and creation date. The shell variable holds its value.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should the token be stored?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manifest.json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Git repository, for convenience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environment variable or a secrets manager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cartridge's metadata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describe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game, two variants, one manifest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your game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capstone, your Pong, or examples/complete/lemon_catcher_c_game.c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an id: reverse domain plus name, such as it.uniparthenope.lab.yourname.pong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version: 1.0.0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licence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id, a version, and a licence written in your notebook. The id and version are permanent once submitted.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both variants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from the PRG32 repository root after sourcing ESP-IDF.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Builds one portable cartridge per Store architecture.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build/store-lemon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ARCH in esp32c6 qemu; 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python3 -m prg32 cartridge build work/lemon_catcher_c_game.c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--architecture "$ARCH"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lemon_catcher_c --name lemon-catcher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"build/store-lemon/lemon-catcher-$ARCH.prg32"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build/store-lemon/lemon-catcher-esp32c6.prg32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the source path, prefix, and name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 in build/store-&lt;game&gt;/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and run the loop from the slide for your game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3096768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on the esp32c6 variant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qemu variant in QEMU or PRG32-QT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.prg32 files, each a few KiB, and a game that runs.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manifest to adapt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"org.example.lemon-catcher",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"Lemon Catcher",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"Catch the falling lemons with your basket.",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"A first cartridge from the Playing with RISC-V textbook. Move the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basket with LEFT and RIGHT; five misses end the round.",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"education", "textbook"],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"lemon-catcher-esp32c6.prg32"},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"lemon-catcher-qemu.prg32"}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id, title, summary, authors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 must match your two cartridges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 sits beside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example manifest into your build/store-&lt;game&gt;/ directory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id, title, version, summary, description, authors, licence, tags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two file names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square PNG icon named icon.png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with manifest.json, icon.png, and two .prg32 files.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Optional: a colophon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examples/store_publishing/colophon.json and edit it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your controls honestly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with store attach-metadata (see scripts/store/attach_metadata.sh)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on the result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inspect-metadata lists META, ICON, and COLO blocks in the cartridge's trailer.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review queue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 and publish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manifest.json and icon.png sit beside the two .prg32 files.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--manifest build/store-lemon/manifest.json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build/lemon-catcher-1.0.0.zip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token comes from the Store's Tokens page; keep it out of Git.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build/lemon-catcher-1.0.0.zip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--store-url "$PRG32_STORE_URL" --token "$PRG32_STORE_TOKEN"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the paths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is read from the environment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 your bundle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--manifest build/store-&lt;game&gt;/manifest.json --out build/&lt;game&gt;-1.0.0.zip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build/&lt;game&gt;-1.0.0.zip --store-url $PRG32_STORE_URL --token $PRG32_STORE_TOKEN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reply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reply with status pending, review_required true, and a submission id. Your game is not in the catalogue yet.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submitted. A friend searches the Store and cannot find your game. Why?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upload failed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pending: an editor has not verified 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is broken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needs 24 hours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upload is refused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mentions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manifest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required field, or not valid JSON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architectures or 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file named in the manifest is not in the ZIP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Missing, or not PNG/JPEG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or login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missing, mistyped, or revoked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or version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Characters that are not path-safe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 neighbour's submission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Becoming an editor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instructor adds half the class to the editors group; later the other half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out and in: a Review item appears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the submission of the person on your left, never your own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write three sentences before deciding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Review and the assigned submission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id, version, authors, files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the qemu variant from its author and play it for two minutes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through the editorial checklist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for each checklist question: runs, matches description, suitable, honest attribution, no private data, not a duplicate.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what the game does; one thing that works well; one thing that must change, if any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needed, improve the summary or tags in Editable Metadata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Verify and Publish, or Reject and tell the author why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to change the id: what happens?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appears in the catalogue, or the author receives a concrete reason. The id cannot be edited.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review, scripted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Editors only: list the queue, then verify or reject submission 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AUTH="Authorization: Bearer $PRG32_EDITOR_TOKEN"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"$AUTH" "$PRG32_STORE_URL/api/submissions"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"$PRG32_STORE_URL/api/submissions/7/verify"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"$AUTH" -H 'Content-Type: application/json'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'{"metadata":{"tags":["class-3b","arcade"]}}'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curl -X POST "$PRG32_STORE_URL/api/submissions/7/reject" -H "$AUTH"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queue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metadata edits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reject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play, with no credentials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and download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out of the Store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 classmate's game and open its page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3913632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list --store-url $PRG32_STORE_URL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qemu variant with curl, or from PRG32-QT's Store screen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.prg32 file obtained without logging in; it runs in QEMU or PRG32-QT and shows its colophon first.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a score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again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3096768"/>
            <a:ext cx="6537960" cy="1167384"/>
          </a:xfrm>
          <a:prstGeom prst="roundRect">
            <a:avLst>
              <a:gd name="adj" fmla="val 626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$PRG32_STORE_URL/api/scores -H "Authorization: Bearer $PRG32_STORE_TOKEN" -H 'Content-Type: application/json' -d '{"game":"pong","player":"Ada","score":42}'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Scores page and filter by game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score on the public scoreboard, ordered highest first.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your own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back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Administrators: first deployment of a classroom Store.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https://github.com/riscv-prg32/CartridgeStore.git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CartridgeStore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SECRET_KEY="$(python3 -c 'import secrets; print(secrets.token_urlsafe(32))')"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 -d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http://127.0.0.1:5080/.well-known/prg32-store.json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health check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log in as admin at /auth/login and change the default password.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own laptop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admin password at once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up with the Backup page, or archive ./data while stopped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 up a private Store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deployment commands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as admin and change the password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Setup: set the Store's name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Backup: download a backup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at http://127.0.0.1:5080 with your name on it and a backup ZIP on disk.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manage a token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describe, pack, and submit a bundle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 submission fairly and in writing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Store as an anonymous visitor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find a score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and back up a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your lab token if you used a shared machine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version 1.0.1 with one improvement suggested by your reviewer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game's Store page to your coursework report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17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CartridgeStore docs/getting_started.md and getting_started_game_development.md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scripts/store/ and examples/store_publishing/ in the textbook repository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docs/usage/tooling.md (store commands)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Publishing Lab: Submit, Review, Download - lab</dc:title>
  <dc:subject>Chapter 17</dc:subject>
  <dc:creator>Playing with RISC-V (PRG32 textbook)</dc:creator>
  <cp:lastModifiedBy>Playing with RISC-V (PRG32 textbook)</cp:lastModifiedBy>
  <cp:revision>1</cp:revision>
  <dcterms:created xsi:type="dcterms:W3CDTF">2026-10-05T08:18:07Z</dcterms:created>
  <dcterms:modified xsi:type="dcterms:W3CDTF">2026-10-05T08:18:07Z</dcterms:modified>
</cp:coreProperties>
</file>