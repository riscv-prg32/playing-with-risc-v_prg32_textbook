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354c5f5-524a-292f-71a4-b7709742a71f}">
          <p14:sldIdLst>
            <p14:sldId id="256"/>
            <p14:sldId id="257"/>
            <p14:sldId id="258"/>
            <p14:sldId id="259"/>
          </p14:sldIdLst>
        </p14:section>
        <p14:section name="Account and token" id="{df97cd5e-36ea-5bdf-f4f7-33b464c0a237}">
          <p14:sldIdLst>
            <p14:sldId id="260"/>
            <p14:sldId id="261"/>
            <p14:sldId id="262"/>
            <p14:sldId id="263"/>
          </p14:sldIdLst>
        </p14:section>
        <p14:section name="Build and describe" id="{d492003b-414f-9325-00b8-e703f88ca19b}">
          <p14:sldIdLst>
            <p14:sldId id="264"/>
            <p14:sldId id="265"/>
            <p14:sldId id="266"/>
            <p14:sldId id="267"/>
            <p14:sldId id="268"/>
          </p14:sldIdLst>
        </p14:section>
        <p14:section name="Submit" id="{c05b62bc-7e29-2146-c2f6-1f33cd24600a}">
          <p14:sldIdLst>
            <p14:sldId id="269"/>
            <p14:sldId id="270"/>
            <p14:sldId id="271"/>
            <p14:sldId id="272"/>
          </p14:sldIdLst>
        </p14:section>
        <p14:section name="Review" id="{1b6876b9-da78-0a9d-1f47-c0c50d5e0768}">
          <p14:sldIdLst>
            <p14:sldId id="273"/>
            <p14:sldId id="274"/>
            <p14:sldId id="275"/>
            <p14:sldId id="276"/>
            <p14:sldId id="277"/>
          </p14:sldIdLst>
        </p14:section>
        <p14:section name="Visitor and scores" id="{b1d742ff-a459-7245-b87a-09f89c8aeda2}">
          <p14:sldIdLst>
            <p14:sldId id="278"/>
            <p14:sldId id="279"/>
            <p14:sldId id="280"/>
            <p14:sldId id="281"/>
          </p14:sldIdLst>
        </p14:section>
        <p14:section name="Your own Store" id="{d408cedb-b3b7-26ff-19b1-d51463a4387f}">
          <p14:sldIdLst>
            <p14:sldId id="282"/>
            <p14:sldId id="283"/>
            <p14:sldId id="284"/>
            <p14:sldId id="285"/>
          </p14:sldIdLst>
        </p14:section>
        <p14:section name="Closing" id="{e74d072c-2849-6f37-68fa-c5cb9b5ea744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17 of the textbook. Practical, step-by-step session: learners work at their machines; keep each step to its time box. Preparation: A classroom Cartridge Store (docker compose up, or python app.py with SECRET_KEY set) on the lab network; default admin password changed. Every command and reply on these slides was run against a local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Revoke and recreate it if it leaks.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scripts/store/build_variants.sh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examples/store_publishing/manifest.json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Output captured from a real run.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Output captured from a real run.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scripts/store/admin_deploy.sh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17: The Cartridge Store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 Lab: Submit, Review, Download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reproducible publishing cycle on a classroom Store, with the real replies of every command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and programming students (both tracks), teachers, and Store staff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create a publication token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describe, pack and submit a bundle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 submission and see what an editor cannot change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as a visitor and run the game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 score and read the scoreboard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run a Store of your own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2419706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39864" y="1737360"/>
            <a:ext cx="1433535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39864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19119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9119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438002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38002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and token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describe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and scores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Store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in this lab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as a registered user and submit a game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are editor for a neighbour's submission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visitor, downloading what was published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export PRG32_STORE_URL=http://STORE-ADDRESS:5080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 and token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and log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Store in a browser; choose Register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e-mail; follow the verification link; set a password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in: Publish and Tokens appear in the navigation bar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logged-in session. Without SMTP on the Store, the instructor reads the link from the server log.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 publication token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Tokens; label: your machine's name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token and copy it now: it is shown once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3913632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PRG32_STORE_TOKEN=prg32_...   (in the shell, not in a file)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34440" y="5138928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-H "Authorization: Bearer $PRG32_STORE_TOKEN" $PRG32_STORE_URL/auth/me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/auth/me answers with "authenticated": true and your username.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should the token be stored?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manifest.json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Git repository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environment variable or a secrets manager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cartridge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describe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game, two variants, one manifest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both variants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from the PRG32 repository root after sourcing ESP-IDF.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Builds one portable cartridge per Store architecture.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-p build/store-lemon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ARCH in esp32c6 qemu; 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python3 -m prg32 cartridge build work/lemon_catcher_c_game.c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--portable --architecture "$ARCH"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lemon_catcher_c --name lemon-catcher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"build/store-lemon/lemon-catcher-$ARCH.prg32"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build/store-lemon/lemon-catcher-esp32c6.prg32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$PRG32_HOME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copy examples/complete/lemon_catcher_c_game.c to work/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files in build/store-lemon/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$PRG32_HOME &amp;&amp; mkdir -p work &amp;&amp; cp ../Playing-with-RISC-V_PRG32_textbook/examples/complete/lemon_catcher_c_game.c work/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loop from the previous slide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473049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4840224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 -l build/store-lemon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lemon-catcher-esp32c6.prg32 and lemon-catcher-qemu.prg32, 3432 bytes each.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manifest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"prg32-metadata-1.0",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"org.example.lemon-catcher",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"Lemon Catcher",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 "Catch the falling lemons with your basket.",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"A first cartridge from the Playing with RISC-V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textbook. Move the basket with LEFT and RIGHT; five misses end the round.",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[{"name": "Your Name"}],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"tags": ["arcade", "education", "textbook"],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"assets": {"icon": "icon.png"},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"architectures": 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"esp32c6", "file": "lemon-catcher-esp32c6.prg32"},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"qemu", "file": "lemon-catcher-qemu.prg32"}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id, authors, summary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 must match the two cartridges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assets.icon names a PNG beside 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../Playing-with-RISC-V_PRG32_textbook/examples/store_publishing/manifest.json build/store-lemon/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../Playing-with-RISC-V_PRG32_textbook/examples/store_publishing/icon.png build/store-lemon/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manifest: set "id" to org.example.YOURNAME.lemon and your name in authors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files in build/store-lemon: manifest.json, icon.png and two cartridges. The id must be unique in the Store.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review queue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 the bundle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pack-bundle --manifest build/store-lemon/manifest.json --out build/lemon-catcher-1.0.0.zip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4023360"/>
            <a:ext cx="617220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unzip -l build/lemon-catcher-1.0.0.zip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ZIP of four files, 7752 bytes of content: manifest.json 603, icon.png 285, two cartridges of 3432.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publish-bundle build/lemon-catcher-1.0.0.zip --store-url $PRG32_STORE_URL --token $PRG32_STORE_TOKEN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reply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your game in the Store's web page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lists the two architectures and ends with 'Submitted for review'. The game is NOT in the catalogue yet.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publish-bundle 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"architecture": "esp32c6",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"file": "lemon-catcher-esp32c6.prg32"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"architecture": "qemu",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"file": "lemon-catcher-qemu.prg32"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Submitted for review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entry per variant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Pending: an editor must verify 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Editor: your neighbour's submission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queue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instructor adds you to the editors group; log out and in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Review in the browser, or: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4730496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17320" y="4840224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-H "Authorization: Bearer $PRG32_STORE_TOKEN" $PRG32_STORE_URL/api/submissions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pending submissions, each with an id, its metadata and where its two files are stored (pending/N/esp32c6.prg32, pending/N/qemu.prg32).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to change what you may not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submission number N of your neighbour's game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3913632"/>
            <a:ext cx="6537960" cy="1167384"/>
          </a:xfrm>
          <a:prstGeom prst="roundRect">
            <a:avLst>
              <a:gd name="adj" fmla="val 6266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4023360"/>
            <a:ext cx="617220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$PRG32_STORE_URL/api/submissions/N/verify -H "Authorization: Bearer $PRG32_STORE_TOKEN" -H 'Content-Type: application/json' -d '{"metadata":{"id":"x.y"}}'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{"error": "metadata.id cannot be changed during review", "ok": false}. Identity belongs to the author.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Review, then decide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author for the qemu variant and play it for two minutes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what it does; one thing that works; one thing to change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4730496"/>
            <a:ext cx="6537960" cy="1167384"/>
          </a:xfrm>
          <a:prstGeom prst="roundRect">
            <a:avLst>
              <a:gd name="adj" fmla="val 6266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17320" y="4840224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$PRG32_STORE_URL/api/submissions/N/verify -H "Authorization: Bearer $PRG32_STORE_TOKEN" -H 'Content-Type: application/json' -d '{"metadata":{"tags":["class","arcade"]}}'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"ok": true and the submission record. The game is now public, with the tags you set.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editor may edit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Preserved from the package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summary, description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license, homepage, repository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Visitor and scores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credentials needed to get games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 and download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list --store-url $PRG32_STORE_URL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096768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3206496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-o lemon.prg32 "$PRG32_STORE_URL/api/games/org.example.lemon-catcher/download?version=1.0.0&amp;architecture=qemu"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4730496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4840224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 -l lemon.prg32 &amp;&amp; python3 -m prg32 store inspect-metadata lemon.prg32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shows id, title and 'esp32c6, qemu'. The downloaded file is 4418 bytes, not 3432: the Store appended a metadata trailer with the manifest and the icon.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store list 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                          Title                    Version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Architectures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org.example.lemon-catcher        Lemon Catcher                   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esp32c6, qemu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Public: no token was used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game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 a score and read it back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1167384"/>
          </a:xfrm>
          <a:prstGeom prst="roundRect">
            <a:avLst>
              <a:gd name="adj" fmla="val 6266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$PRG32_STORE_URL/api/scores -H "Authorization: Bearer $PRG32_STORE_TOKEN" -H 'Content-Type: application/json' -d '{"game":"lemon-catcher","player":"Ada","score":42}'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4023360"/>
            <a:ext cx="617220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"$PRG32_STORE_URL/api/scores?game=lemon-catcher"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{"ok": true}, then a list with game, player, score 42 and submitted_by: your username. Posting needs a token; reading does not.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own Store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Administrator, optional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deployment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Administrators: first deployment of a classroom Store.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https://github.com/riscv-prg32/CartridgeStore.git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CartridgeStore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SECRET_KEY="$(python3 -c 'import secrets;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print(secrets.token_urlsafe(32))')"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 -d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http://127.0.0.1:5080/.well-known/prg32-store.json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health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log in as admin at /auth/login and change the default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password.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SECRET_KEY is required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persists in ./data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check is the discovery document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 one up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deployment commands on your laptop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688336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http://127.0.0.1:5080/.well-known/prg32-store.json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as admin and change the password at once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Setup: give the Store a name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discovery document lists the service URLs and the roles reader, user, player, publisher, admin. The default administrator is in the editors group.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protect a publication token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pack and submit a bundle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 submission and know an editor's limits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Store without credentials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read scores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Store of your own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your lab token on shared machines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version 1.0.1 with your reviewer's suggestion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Store page to your coursework report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17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scripts/store/ and examples/store_publishing/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CartridgeStore docs/getting_started.md and api.md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docs/usage/tooling.md (store commands)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Publishing Lab: Submit, Review, Download - lab</dc:title>
  <dc:subject>Chapter 17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