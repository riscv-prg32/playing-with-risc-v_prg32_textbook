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6c3bd9d-1c10-0540-1da9-35e85ebd4e51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Helpers and reading" id="{a5411631-e8af-e01d-43a1-e2e05337d371}">
          <p14:sldIdLst>
            <p14:sldId id="263"/>
            <p14:sldId id="264"/>
            <p14:sldId id="265"/>
            <p14:sldId id="266"/>
          </p14:sldIdLst>
        </p14:section>
        <p14:section name="Fixed point" id="{e2433121-3f61-e6cf-a018-6995e4a86b76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Runtime services" id="{f7a61e24-9814-f264-2420-b868b58e4d8f}">
          <p14:sldIdLst>
            <p14:sldId id="275"/>
            <p14:sldId id="276"/>
            <p14:sldId id="277"/>
            <p14:sldId id="278"/>
            <p14:sldId id="279"/>
          </p14:sldIdLst>
        </p14:section>
        <p14:section name="Shipping" id="{de8eef2d-69d6-13ad-f62a-99968c4e6be3}">
          <p14:sldIdLst>
            <p14:sldId id="280"/>
            <p14:sldId id="281"/>
            <p14:sldId id="282"/>
            <p14:sldId id="283"/>
            <p14:sldId id="284"/>
          </p14:sldIdLst>
        </p14:section>
        <p14:section name="Closing" id="{6d618da5-6ee3-3ced-c760-b5f9f4f38005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11 of the textbook. Front lecture: about 45 minutes including the questions.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examples/c_capstone/pong_c_firmware_loop.c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order: Space Invaders, Tetris, platformer, raycaster, Wing Commander.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error of 1/3 is 85/256 - 1/3 = -0.0013: the price of eight fractional 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examples/c_capstone/raycast_fixed_point.c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A. Multiply, then divide once by the scale. Option D shows precision lost by dividing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examples/c_capstone/audio_note_event.c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examples/c_capstone/score_and_random.c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Use prg32_random_number(min, max).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11: C Capstone  |  Lecture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|  LECTURE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Capstone: Extending and Shipping a C Game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behind the loop, helper functions, fixed-point arithmetic, runtime services, and delivery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programming students (C track)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the runtime does around your three functions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repeated logic into helper functions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with fractions using fixed-point integers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sound, randomness, and the scoreboard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within a freestanding environment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inspect, and ship a C cartridge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680078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74438" y="1737360"/>
            <a:ext cx="1926620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74438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46778" y="1737360"/>
            <a:ext cx="2666248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46778" y="1737360"/>
            <a:ext cx="2666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958747" y="1737360"/>
            <a:ext cx="2173163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58747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77630" y="1737360"/>
            <a:ext cx="1680078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7630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03428" y="1737360"/>
            <a:ext cx="693908" cy="82296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03428" y="1737360"/>
            <a:ext cx="6939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behind the loop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35809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1868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18689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 and reading code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2297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0585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0585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point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1014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302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302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chance, scores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97317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0197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80197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84486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6736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67366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capstone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three functions are the inside of a loop someone else wrote.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that loop once removes the last piece of magic.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game embedded in the firmware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"prg32.h"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"freertos/FreeRTOS.h"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"freertos/task.h"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pong_c_init(void);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pong_c_update(void);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pong_c_draw(void);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app_main(void)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prg32_init();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pong_c_init();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(1)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pong_c_update();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pong_c_draw();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prg32_gfx_present();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show the finished frame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vTaskDelay(pdMS_TO_TICKS(33));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~30 frames per second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 of your three functions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app_main: the firmware's entry point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you were told about, literally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ms per frame: about 30 frames per second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run a C game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firmware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with the firmware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Reflash to change it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 any firmware function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framework development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alone, portable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 seconds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 the cartridge ABI only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games: use this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Resident-only functions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prg32.h declares more than a cartridge may call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prg32_init, cartridge installation, Wi-Fi setup screens belong to the firmware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cartridge that calls one fails to link: undefined symbol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portable list is prg32/abi/prg32_abi.json: 139 functions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Helpers and reading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less, read more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write a helper function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lines appear twice with different values.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helps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clamp(x, 0, 256) says more than four ifs.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does one thing can be tested by reading.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static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 are private to the file; only the three entry points are public.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helper that removes four ifs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clamp(int value, int low, int high)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(value &lt; low)  { return low;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(value &gt; high) { return high;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value;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in update: */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paddle_x = clamp(paddle_x, 0, 320 - PADDLE_W);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ball_x   = clamp(ball_x,   0, 320 - BALL_SIZE);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are copies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ends the function with a value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 is now a visible computation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richer example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three functions; note the prefix.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77642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file-scope variable and struct.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5411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their names and signatures, not their bodies.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30589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 reads like a summary.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point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 without floating point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ESP32-C6 has no floating-point unit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arithmetic is done in software: slow and large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need fractions: half a pixel per frame, a direction, a slope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answer: integers that secretly carry a scale factor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 fixed point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value x 256 in an int. 1.0 is 256; 0.5 is 128; 0.25 is 64.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subtract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add and subtract: the scales match.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* b) / 256: the product has the scale twice.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pixels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/ 256, or value &gt;&gt; 8.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values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value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Q8 integer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0x100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0x080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0x2C0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 (approx.)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0x055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point in the raycaster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dir_q8 holds direction components scaled by 256 (called Q8 fixed point).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hx = player_x + (dir_q8[angle][0] * dist) / 256;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hy = player_y + (dir_q8[angle][1] * dist) / 256;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dir_q8: direction components times 256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the distance (an integer)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256 to return to map units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Things that go wrong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Overflow: a * b must fit in 32 bits before the division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precision: divide last, not first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scales: adding a Q8 value to a plain integer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shifts: prefer / 256 while learning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Q8, what is 1.5 times 2.0?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(384 * 512) / 256 = 768, which is 3.0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* 512 = 196608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+ 512 = 896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(384 / 256) * 512 = 512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Sub-pixel motion: fixed point in a small game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ball_x in Q8: ball_xq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velocity of 384 means 1.5 pixels per frame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at ball_xq / 256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 can now move at any speed, and accelerate smoothly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services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chance, and a scoreboard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note per new press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beep_c_update(void)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input = prg32_input_read();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pressed = input &amp; ~previous_input;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edges, not levels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previous_input = input;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(pressed &amp; PRG32_BTN_A)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channel, instrument, MIDI note, volume, milliseconds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prg32_audio_note(0, 0, 69, 255, 120);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inverts every bit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pressed: bits set now and clear before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channel, instrument, MIDI note, volume, ms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Randomness and persistent scores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spawn_target(void)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inclusive range: 0 .. 304 keeps a 16-pixel target on screen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target_x = (int)prg32_random_number(0, PRG32_GAME_W - 16);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round_over(void)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stores the score under the player name saved in Setup;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 configured Cartridge Store receives it on the next sync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prg32_score_submit_current_player("my-game", score);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prg32_scoreboard_show("my-game", "HIGH SCORES");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range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name comes from Setup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scoreboard is stored on the device and synchronised with a Store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standard library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cartridge is freestanding: nothing is linked behind it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printf, malloc, rand, or string.h functions you did not write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headers such as stdint.h and stddef.h are fine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three or four utilities you need; Appendix C has a number-to-digits function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cartridge calls rand(). What happens?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4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fails: undefined symbol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firmware supplies it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only on QEMU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someone else can run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Build, inspect, deliver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work/mygame/game.c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--portable --entry-prefix mygame --name mygame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 work/mygame/mygame.prg32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summary work/mygame/mygame.prg32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work/mygame/mygame.prg32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emulator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 work/mygame/mygame.prg32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--url http://192.168.4.1                  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board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file per cartridge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sizes, ABI, features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for every host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Declaring what you need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120783"/>
                <a:gridCol w="69736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--required-feature audio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Hosts without the feature refuse the cartridge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--optional-feature wifi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Recorded; the cartridge must cope without it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--multiplayer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the header; the game joins a room by signature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--audio-block FILE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Appends samples and tracker music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--cart-ram-kib 32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against the classroom profile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capstone that fits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your Pong, your Breakout, or your platform level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mechanic, a score that is submitted, a sound that is earned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State-rule-picture table first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source, cartridge, and a one-page design note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 publishes 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loop around your functions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use a static helper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2.5 to Q8 and multiply two Q8 numbers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 button edge in C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why printf is unavailable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summarise a cartridge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helpers, sub-pixel motion, score submission, shipping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capstone proposal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Chapters 16 and 17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11 and Appendix C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examples/games/raycaster/c/game.c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docs/software/cartridges.md and abi.md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docs/tools/audio.md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Capstone: Extending and Shipping a C Game - lecture</dc:title>
  <dc:subject>Chapter 11</dc:subject>
  <dc:creator>Playing with RISC-V (PRG32 textbook)</dc:creator>
  <cp:lastModifiedBy>Playing with RISC-V (PRG32 textbook)</cp:lastModifiedBy>
  <cp:revision>1</cp:revision>
  <dcterms:created xsi:type="dcterms:W3CDTF">2026-10-05T08:18:06Z</dcterms:created>
  <dcterms:modified xsi:type="dcterms:W3CDTF">2026-10-05T08:18:06Z</dcterms:modified>
</cp:coreProperties>
</file>