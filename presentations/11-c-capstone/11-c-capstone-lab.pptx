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10f32cc-0db3-4cdb-e02e-8afa5610432c}">
          <p14:sldIdLst>
            <p14:sldId id="256"/>
            <p14:sldId id="257"/>
            <p14:sldId id="258"/>
            <p14:sldId id="259"/>
          </p14:sldIdLst>
        </p14:section>
        <p14:section name="Constants and a helper" id="{06a838b6-dc24-7e90-be18-9c38509bed29}">
          <p14:sldIdLst>
            <p14:sldId id="260"/>
            <p14:sldId id="261"/>
            <p14:sldId id="262"/>
            <p14:sldId id="263"/>
          </p14:sldIdLst>
        </p14:section>
        <p14:section name="Fixed-point ball" id="{77a6156c-3c6a-8c56-585b-122b0a691b8b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ound and score" id="{1bcb18bc-fcbf-b804-3d48-c8eb66f62494}">
          <p14:sldIdLst>
            <p14:sldId id="270"/>
            <p14:sldId id="271"/>
            <p14:sldId id="272"/>
            <p14:sldId id="273"/>
            <p14:sldId id="274"/>
          </p14:sldIdLst>
        </p14:section>
        <p14:section name="Ship and review" id="{8dd406dc-66fc-5c63-5772-5b5706cc2840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ing" id="{3affff92-3fc3-7b99-3428-4f407ad0268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11 of the textbook. Practical, step-by-step session: learners work at their machines; keep each step to its time box. Preparation: Each pair needs a working pong.c (C Lab 1) or Breakout (C Lab 2). A Cartridge Store on the lab network is optional for the score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On a function, static limits linkage to the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Integer division truncates: multiply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pressed = input &amp; ~previous_input pattern from the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examples/c_capstone/score_and_random.c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11: C Capstone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Lab 3: Refactor, Refine, Ship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Constants and helpers, sub-pixel motion in fixed point, sound and scores, and a delivered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magic numbers with named constants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 helper function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ball sub-pixel speed with Q8 fixed 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an edge-triggered note and submit a score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deliver the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2576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168007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Constants and a helper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ball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and 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deliverable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game, easier to read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whose speed can be 1.5 pixels per frame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when the ball hits the paddle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submitted at game over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.prg32 on two hosts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Constants and a helper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must not change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the numbers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top of the file add #define PADDLE_W 64, PADDLE_H 8, PADDLE_Y 188, BALL_SIZE 8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every use, in update, in the hitbox, and in draw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256, 312, 192 by expressions using PRG32_GAME_W and PRG32_GAME_H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play: nothing should differ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behaviour. A search for '64' in the file now finds only the definition.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clamp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static int clamp(int value, int low, int high)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for the paddle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 and rebuild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picture, limit, and collision all follow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edit changes the paddle everywhere: the constant and the helper are doing their job.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'static' on clamp?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 faster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the name private to this file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its value between calls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required for helpers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Fixed-point 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between whole pixels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Q 256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scale: 8 fractional bits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ball_xq, ball_yq;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position, times 256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ball_dxq, ball_dyq;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velocity, times 256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init:   ball_xq = 156 * Q;  ball_dxq = 3 * Q / 2;   (1.5 px/frame)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update: ball_xq += ball_dxq;                                       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draw:   prg32_gfx_rect(ball_xq / Q, ball_yq / Q, ...);              */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and velocities share one scale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draw and collision convert back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* Q / 2: multiply before dividing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the ball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four ball variables with a q suffix; scale initial values by Q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add velocities as before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limits in Q units: (PRG32_GAME_W - BALL_SIZE) * Q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hitbox: divide by Q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plays as before, but ball_dxq = 384 now gives 1.5 pixels per frame: visibly between speeds 1 and 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arithmetic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frames to cross 312 pixels at 1.5 px/frame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crossing and compare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ball_dxq to 64 (0.25): what do you see?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ball move one pixel every fourth frame?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 frames, about 7 seconds. At 0.25 the drawn position changes every fourth frame as the integer part increases.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 smoothly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paddle hit, increase the speed by 5%: ball_dyq = ball_dyq * 21 / 20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sign right: the ball must leave upward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the speed at 4 * Q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ten bounces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gets steadily harder, in steps too small to notice individually. Impossible with whole pixels.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write x * 21 / 20 and not x * (21 / 20)?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same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20 is integer division and equals 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overflows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Parentheses are slower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and score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services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the hit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collision block call prg32_audio_note(0, 0, 72, 255, 60)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the block runs once per hit (guard on direction)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lower note when the ball is lost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short note per paddle hit, a lower one on a miss.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lives and game over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static int lives, game_over; set lives = 3 in init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miss: lives -= 1; if lives is 0, game_over = 1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game_over: skip the update logic; draw "GAME OVER"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press of A restarts (edge, not level)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ends after three misses and a single press of A starts a new one.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 the score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round_over(void)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stores the score under the player name saved in Setup;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 configured Cartridge Store receives it on the next sync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prg32_score_submit_current_player("my-game", score);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prg32_scoreboard_show("my-game", "HIGH SCORES");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once, when game_over becomes 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frame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comes from Setup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on the scoreboard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submit function at the moment the game ends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round to the end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scoreboard in the device's menu, or the Store's Scores page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score is listed under the configured player name. If it appears many times, you submitted every frame.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and review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and a note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inspect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work/pong/pong.c --portable --entry-prefix pong_c --name pong --out work/pong/pong.prg32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work/pong/pong.prg32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code size and memory size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64 KiB budget did you use?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KiB: well under 10% of the default budget.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work/pong/pong.prg32 &amp;&amp; python3 -m prg32 qemu run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same file into PRG32-QT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Accurate mode, read the late-frame counter after a minute of play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behaviour on both hosts and no late frames for a game this small.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design note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what the game is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table: state variables and what changes each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helpers you wrote and why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you would do next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a page that a classmate could use to understand your source in five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Peer play-test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cartridges and notes with another pair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three minutes; try to break it at the edges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defect and one compliment on their note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reviewed design note for each pair.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Towards the capstone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first makes every later change cheaper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point opens smooth motion, gravity, and angles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sound make a game worth replaying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(Chapter 17) gives it an audience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without changing behaviour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Q8 fixed point for position and velocity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integer-division traps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edges, notes, and the scoreboard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and document a C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design note; submit it with the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16: what the compiler did with your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 if you intend to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examples/c_capstone/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examples/complete/lemon_catcher_c_game.c (number formatting, game over)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docs/cartridge_store/score_api.md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 Lab 3: Refactor, Refine, Ship - lab</dc:title>
  <dc:subject>Chapter 11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