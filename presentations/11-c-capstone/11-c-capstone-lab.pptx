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d8d7c2e-ef52-bdcd-22af-25edb6bbf0be}">
          <p14:sldIdLst>
            <p14:sldId id="256"/>
            <p14:sldId id="257"/>
            <p14:sldId id="258"/>
            <p14:sldId id="259"/>
          </p14:sldIdLst>
        </p14:section>
        <p14:section name="Refactor" id="{7577b87e-9c0c-a432-4bc6-fa9f01f8193d}">
          <p14:sldIdLst>
            <p14:sldId id="260"/>
            <p14:sldId id="261"/>
            <p14:sldId id="262"/>
            <p14:sldId id="263"/>
          </p14:sldIdLst>
        </p14:section>
        <p14:section name="Fixed point" id="{8b60cb01-77fd-c3c5-7319-3471a1ea4163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Lives and edges" id="{3ed5a34b-8127-3ab5-c6e5-95d89c43df73}">
          <p14:sldIdLst>
            <p14:sldId id="270"/>
            <p14:sldId id="271"/>
            <p14:sldId id="272"/>
            <p14:sldId id="273"/>
          </p14:sldIdLst>
        </p14:section>
        <p14:section name="Score" id="{3a727737-7d94-51ec-940f-929e4798b000}">
          <p14:sldIdLst>
            <p14:sldId id="274"/>
            <p14:sldId id="275"/>
            <p14:sldId id="276"/>
          </p14:sldIdLst>
        </p14:section>
        <p14:section name="Ship" id="{1073225d-e79e-18be-b8ee-e8fa59a013e2}">
          <p14:sldIdLst>
            <p14:sldId id="277"/>
            <p14:sldId id="278"/>
            <p14:sldId id="279"/>
            <p14:sldId id="280"/>
            <p14:sldId id="281"/>
          </p14:sldIdLst>
        </p14:section>
        <p14:section name="Closing" id="{cad23643-6c2c-fdf5-798a-ccee54a1a6e7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11 of the textbook. Practical, step-by-step session: learners work at their machines; keep each step to its time box. Preparation: Step files: labs/11-c-capstone/step1..4 (prefix refine_c). Step 1 behaves exactly like the end of C Lab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labs/11-c-capstone/step1_refactor.c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labs/11-c-capstone/expected/step1_refactor.png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On a function, static limits linkage.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 = 256: eight fractional bits. Positions and velocities share the scale, so adding them needs no conversion.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labs/11-c-capstone/step2_fixed_point.c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labs/11-c-capstone/expected/step2_fixed_point.png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2.75 * 256 = 704.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labs/11-c-capstone/step3_lives.c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labs/11-c-capstone/step3_lives.c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labs/11-c-capstone/expected/step3_lives.png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labs/11-c-capstone/step4_score_submit.c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sizes from the build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11: C Capstone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Lab 3: Refactor, Refine, Ship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verified steps: named constants and a helper, fixed-point motion, lives and edges, a submitted score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programming students (C track)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without changing behaviour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Q8 fixed point for position and velocity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integer-division traps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button edges; manage lives and game over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score exactly once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and document a cartridge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173163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67523" y="1737360"/>
            <a:ext cx="2912791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67523" y="1737360"/>
            <a:ext cx="2912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726034" y="1737360"/>
            <a:ext cx="2666248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26034" y="1737360"/>
            <a:ext cx="2666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438002" y="1737360"/>
            <a:ext cx="1433535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38002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917257" y="1737360"/>
            <a:ext cx="1680078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17257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and edges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 step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complete file in labs/: read what is new, then run it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 folder: labs/run.sh STEP_FILE PREFIX builds and starts 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PRG32_HOME to your PRG32 checkout; set PRG32_URL to run on a board or PRG32-QT, otherwise QEMU starts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screenshot on each slide is that exact file, built and executed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step: change one thing, predict, run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same behaviour, better code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names and a helper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clamp(int value, int low, int high)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(value &lt; low)  { return low; 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(value &gt; high) { return high; 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value;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clamp replaces four ifs. Constants replace 64, 188, 8; limits become visible computation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replaces four ifs. Constants replace 64, 188, 8; limits become visible computations.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11-c-capstone/step1_refactor.c refine_c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Play: it must behave exactly like C Lab 1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PADDLE_W to 32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picture, limit and collision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 |  about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Identical behaviour; with 32 the paddle, its right limit and its hitbox all follow from one edi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behaviour; with 32 the paddle, its right limit and its hitbox all follow from one edit.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clamp declared static?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its value between calls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the name private to this file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it faster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must be static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point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speeds between whole pixels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 at a glance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value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integer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* Q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* Q / 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/ 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to pixels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/ 256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by Q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the ball in Q8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ball_xq += ball_dxq;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ball_yq += ball_dyq;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(ball_xq &lt; 0 || ball_xq &gt; (PRG32_GAME_W - BALL_SIZE) * Q)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ball_dxq = -ball_dxq;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(ball_yq &lt; 0) { ball_dyq = -ball_dyq;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(ball_yq &gt; PRG32_GAME_H * Q) { refine_c_init();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(ball_dyq &gt; 0 &amp;&amp;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prg32_sprite_hitbox(ball_xq / Q, ball_yq / Q, BALL_SIZE,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BALL_SIZE,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paddle_x, PADDLE_Y, PADDLE_W,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PADDLE_H))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 += 1;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ball_dyq = -(ball_dyq * 21 / 20);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up, and 5% faster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(ball_dyq &lt; -4 * Q) { ball_dyq = -4 * Q;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Limits are compared in Q units; only the hitbox and draw divide by Q. Each hit multiplies the speed by 21/2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are compared in Q units; only the hitbox and draw divide by Q. Each hit multiplies the speed by 21/20.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11-c-capstone/step2_fixed_point.c refine_c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one crossing: 312 pixels at 1.5 per frame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ball_dxq = Q / 4 in init: what do you see?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'* 21 / 20' to '* (21 / 20)'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 |  about 7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208 frames, about 7 seconds. At 0.25 the ball moves one pixel every fourth frame. (21 / 20) is integer division: 1, so the speed-up vanish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frames, about 7 seconds. At 0.25 the ball moves one pixel every fourth frame. (21 / 20) is integer division: 1, so the speed-up vanishes.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traps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20 is 1; 3 / 2 is 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first, divide last: x * 21 / 20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* 21 must fit in 32 bits before the division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add a Q8 value to a plain pixel count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* Q / 2</a:t>
            </a:r>
            <a:endParaRPr lang="en-US" sz="59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384, not 256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Q8, what is stored for 2.75?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704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2.75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Lives and edges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edges, and game over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pressed = input &amp; ~previous_input;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edges, not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levels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previous_input = input;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(game_over)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(pressed &amp; PRG32_BTN_A)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refine_c_init();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pressed has a bit set only in the frame a button goes down. While game_over, update does nothing but wait for that edg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pressed has a bit set only in the frame a button goes down. While game_over, update does nothing but wait for that edge.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losing a life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(ball_yq &gt; PRG32_GAME_H * Q) {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missed */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prg32_audio_note(0, 0, 48, 255, 150);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lives -= 1;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serve();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(lives == 0)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game_over = 1;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(ball_dyq &gt; 0 &amp;&amp;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note on a miss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serve() restarts the ball only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zero lives: game_over = 1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once: the ball is re-served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11-c-capstone/step3_lives.c refine_c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three balls without moving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 once to restart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'pressed &amp; PRG32_BTN_A' to 'input &amp; PRG32_BTN_A' and hold A through a game over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 |  about 7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Three squares count the lives; then GAME OVER (screenshot: no input for 700 frames). With the level instead of the edge, holding A restarts instantly and you never see the messag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squares count the lives; then GAME OVER (screenshot: no input for 700 frames). With the level instead of the edge, holding A restarts instantly and you never see the message.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submit once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(lives == 0)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game_over = 1;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prg32_score_submit_current_player("refine-pong",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(uint32_t)score);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The call sits where game_over becomes 1: a place that executes exactly once per gam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sits where game_over becomes 1: a place that executes exactly once per game.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11-c-capstone/step4_score_submit.c refine_c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 game to the end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scoreboard in the device's setup menu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the call be WRONG, and what would you see?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for refine-pong under the configured player name. Inside 'if (game_over)' at the top of update it would be submitted 30 times a second.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and a note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inspect by hand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$PRG32_HOME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3096768"/>
            <a:ext cx="6537960" cy="1399794"/>
          </a:xfrm>
          <a:prstGeom prst="roundRect">
            <a:avLst>
              <a:gd name="adj" fmla="val 5226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3206496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../Playing-with-RISC-V_PRG32_textbook/labs/11-c-capstone/step4_score_submit.c --portable --entry-prefix refine_c --name refine-pong --out work/refine-pong.prg32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4730496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4840224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summary work/refine-pong.prg32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code=3280 mem=3316: 36 bytes of variables that start at zero (.bss). About 5% of the 64 KiB budget.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cartridge grew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added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refactor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2932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fixed point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+60: Q8 arithmetic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lives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+280: edges, game over, text, notes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score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+32: one call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design note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what the game is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table: each state variable and what changes it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helpers you have and why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you would do next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 page from which a classmate can understand the source in five minutes.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safely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and accelerate with fixed point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edges for one-shot actions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once-only action correctly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cartridge's size budget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16: what the compiler did with this C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17 if you intend to publish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in the design note with the cartridge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11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labs/11-c-capstone/ and labs/masters/refine_c.master.c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docs/cartridge_store/score_api.md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Lab 3: Refactor, Refine, Ship - lab</dc:title>
  <dc:subject>Chapter 11</dc:subject>
  <dc:creator>Playing with RISC-V (PRG32 textbook)</dc:creator>
  <cp:lastModifiedBy>Playing with RISC-V (PRG32 textbook)</cp:lastModifiedBy>
  <cp:revision>1</cp:revision>
  <dcterms:created xsi:type="dcterms:W3CDTF">2026-10-05T15:59:15Z</dcterms:created>
  <dcterms:modified xsi:type="dcterms:W3CDTF">2026-10-05T15:59:15Z</dcterms:modified>
</cp:coreProperties>
</file>