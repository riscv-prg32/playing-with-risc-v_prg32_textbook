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9446df9-d7eb-8bff-28b9-317f66c98f9b}">
          <p14:sldIdLst>
            <p14:sldId id="256"/>
            <p14:sldId id="257"/>
            <p14:sldId id="258"/>
            <p14:sldId id="259"/>
          </p14:sldIdLst>
        </p14:section>
        <p14:section name="Part A: bricks" id="{d71b8daa-52b4-7d62-31a8-98d49aa43582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Hitting bricks" id="{a1b65c1a-d63c-7d5c-f63d-ab8d595991e4}">
          <p14:sldIdLst>
            <p14:sldId id="266"/>
            <p14:sldId id="267"/>
            <p14:sldId id="268"/>
            <p14:sldId id="269"/>
            <p14:sldId id="270"/>
          </p14:sldIdLst>
        </p14:section>
        <p14:section name="Part B: a world" id="{3935bb66-5af0-d68b-8cd1-f62640b0c263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Closing" id="{d4a44fb7-95af-0e5a-4528-90563bab83ab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10 of the textbook. Practical, step-by-step session: learners work at their machines; keep each step to its time box. Preparation: pong.c from C Lab 1. Reference: examples/complete/breakout_c_game.c and examples/games/platformer/c/game.c in the PRG32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examples/c_structs_and_tiles/brick_flags.c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There is no element 10, and no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examples/c_structs_and_tiles/platform_physics.c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camera scrolls the playfield; subtract prg32_playfield_camera_x() from player.x when drawing the actor.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The map stores numbers; without the flag they have no behaviour.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10: Arrays, Structs, Tile Maps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10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Lab 2: Bricks, Then a World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Pong into Breakout with an array, then build a small scrolling platform level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programming students (C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array of bricks and draw it with a loop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bricks on collision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 out a tile map with a helper function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an actor struct with the platform helpers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to flags returned by the physics step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912791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507151" y="1737360"/>
            <a:ext cx="2419706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07151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72576" y="1737360"/>
            <a:ext cx="2912791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72576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931087" y="1737360"/>
            <a:ext cx="1926620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31087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903428" y="1737360"/>
            <a:ext cx="693908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03428" y="1737360"/>
            <a:ext cx="6939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array of bricks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Hitting bricks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tile world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actor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 builds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A: your Pong gains a row of bricks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B: a new file with a platform level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uses one idea from the lecture: array, then struct and grid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after every step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A: bricks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array and two loops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Declare and reset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uint8_t bricks[10];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bricks[i] == 1 means brick i is intact */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reset_bricks(void)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10; ++i)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bricks[i] = 1;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every brick starts present */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pong.c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941064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4078224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reset_bricks() from init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 the bricks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array and reset_bricks; call it in init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draw, loop i from 0 to 9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bricks[i] is 1, draw a rect at x = i * 32 + 2, y = 24, 28 by 8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run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7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bricks in a row across the top, with small gaps.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way to write the loop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10; ++i)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(bricks[i])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prg32_gfx_rect(i * 32 + 2, 24, 28, 8, PRG32_COLOR_CYAN);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* 32: one brick every 32 pixels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+ 2 and width 28 leave a gap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(bricks[i]): non-zero is true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 by one, on purpose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test to i &lt;= 10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what is drawn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Run; then restore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bricks[10] contain?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Possibly an eleventh brick, possibly not: bricks[10] is whatever happens to follow the array in memory. C did not stop you.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uint8_t bricks[10]; What does bricks[10] = 0 do?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 the last brick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one byte past the array, corrupting something else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to compile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Resizes the array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Hitting bricks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collision call, in a loop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a brick when hit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update, after moving the ball, loop over the bricks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intact brick, test prg32_sprite_hitbox(ball..., brick...)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hit: bricks[i] = 0; ball_dy = 1; break;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play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8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Bricks disappear when the ball touches them and the ball is sent downward.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loop, for reference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10; ++i)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(bricks[i] &amp;&amp; prg32_sprite_hitbox(ball_x, ball_y, 8, 8,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i * 32 + 2, 24, 28, 8))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bricks[i] = 0;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ball_dy = 1;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send the ball back down */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break;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at most one brick per frame */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&amp;&amp;: both must be true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numbers as in draw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leaves the loop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 and restart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the intact bricks in a loop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count is 0, call reset_bricks()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until you clear the row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Clearing all ten bricks brings the row back.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the duplication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expression i * 32 + 2 appears in draw and in update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static int brick_x(int i) { return i * 32 + 2; }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in both places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spacing in one place and check both follow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function owns the layout; picture and collision cannot disagree.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B: a world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Tiles, flags, an actor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new cartridge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work/plat/plat.c with prefix plat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empty functions; build and run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put_run helper from the lecture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black screen from a new file.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Define a tile and build a level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const uint8_t solid[8] = { 0xff, 0x81, 0x81, 0x81, 0x81, 0x81, 0x81, 0xff };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fill_world(void)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prg32_playfield_clear(1, 0);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prg32_tile_define(2, solid, PRG32_COLOR_GREEN, PRG32_COLOR_BLACK);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put_run(1, 0, 63, 22, 2);     </a:t>
            </a:r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the ground, whole width */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put_run(1, 10, 19, 17, 2);    </a:t>
            </a:r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 platform */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put_run(1, 25, 32, 12, 2);    </a:t>
            </a:r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 higher one */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bytes: an 8 by 8 outline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 0 is empty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runs make a level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 the world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fill_world and call it from init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draw: prg32_gfx_clear, then prg32_playfield_draw(1, 1)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run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fourth platform of your own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green ground line and platforms made of outlined tiles.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the actor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prg32_platform_actor_t player;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platformer_c_init(void)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fill_world();                      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build the tile map */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prg32_platform_tile_flags(2, PRG32_TILE_FLAG_SOLID);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prg32_platform_actor_init(&amp;player, 1, 32, 120, 8, 8);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platformer_c_update(void)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uint32_t input = prg32_input_read();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move_speed, jump_speed, gravity, max_fall */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uint16_t state = prg32_platform_actor_step(&amp;player, input, 2, -7, 1, 5);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(state &amp; PRG32_PLATFORM_HAZARD)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prg32_buzzer_tone(120, 60, 512);     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hit a hazard */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prg32_platform_camera_follow(&amp;player, 64, 48);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scroll the world */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the struct variable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tile 2 as solid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every frame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Walk and jump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actor, the flag, init and step calls as on the slide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draw, after the playfield: draw a rect at player.x, player.y, 8 by 8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run: walk, jump, fall off a platform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7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square that walks with LEFT/RIGHT, jumps with A, lands on platforms, and cannot pass through the ground.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to a flag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tile 5 as a hazard (your own bitmap) and flag it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two hazard tiles on the ground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state &amp; PRG32_PLATFORM_HAZARD, reset the actor to the start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prg32_audio_note for a sound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Touching the hazard plays a note and returns the player to the start.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player falls through the ground. First thing to check?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gravity value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the ground tile id is flagged SOLID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colour of the tile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camera dead zone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an array remove repetition?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the struct let you pass in one argument?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numbers are in tile units and which in pixels?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bytes does your level occupy?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an array with loops for drawing and collision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an out-of-bounds index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a repeated expression into a function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level from tiles and flags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an actor struct with the platform helpers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level: coins with PRG32_TILE_FLAG_COLLECT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11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your code with examples/games/platformer/c/game.c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10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examples/complete/breakout_c_game.c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examples/games/platformer/c/game.c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docs/software/framework_manual.md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 Lab 2: Bricks, Then a World - lab</dc:title>
  <dc:subject>Chapter 10</dc:subject>
  <dc:creator>Playing with RISC-V (PRG32 textbook)</dc:creator>
  <cp:lastModifiedBy>Playing with RISC-V (PRG32 textbook)</cp:lastModifiedBy>
  <cp:revision>1</cp:revision>
  <dcterms:created xsi:type="dcterms:W3CDTF">2026-10-05T08:18:06Z</dcterms:created>
  <dcterms:modified xsi:type="dcterms:W3CDTF">2026-10-05T08:18:06Z</dcterms:modified>
</cp:coreProperties>
</file>