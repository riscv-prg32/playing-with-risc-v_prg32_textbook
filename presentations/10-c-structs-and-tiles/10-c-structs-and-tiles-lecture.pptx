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954bd8d-72b2-bcab-0bfa-50dc8930ac8a}">
          <p14:sldIdLst>
            <p14:sldId id="256"/>
            <p14:sldId id="257"/>
            <p14:sldId id="258"/>
            <p14:sldId id="259"/>
          </p14:sldIdLst>
        </p14:section>
        <p14:section name="Arrays" id="{dfa7c576-59e4-0ece-2eda-086c1ac92d02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Structs" id="{70dac835-b058-5f2e-89ae-5c7ab91d1890}">
          <p14:sldIdLst>
            <p14:sldId id="267"/>
            <p14:sldId id="268"/>
            <p14:sldId id="269"/>
            <p14:sldId id="270"/>
            <p14:sldId id="271"/>
          </p14:sldIdLst>
        </p14:section>
        <p14:section name="Tile maps" id="{4783957c-c9a1-01bb-fd7a-d2a41abc9fc8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Behaviour" id="{b481ee35-d09e-9d27-8a03-8defeab71990}">
          <p14:sldIdLst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Closing" id="{d76a3226-e514-a4a3-1737-18ab5f4630eb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10 of the textbook. Front lecture: about 45 minutes including the questions.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examples/c_structs_and_tiles/brick_flags.c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Indices run from 0 to size - 1.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examples/c_structs_and_tiles/coin_tile.c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examples/c_structs_and_tiles/platform_actor_struct.c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A function can only modify the caller's variable through its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examples/c_structs_and_tiles/put_run.c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Multiply by the tile size,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examples/c_structs_and_tiles/tile_flags.c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Flags combine with | and are tested with &amp;, exactly like buttons.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examples/c_structs_and_tiles/platform_physics.c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10: Arrays, Structs, Tile Maps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Bigger World: Arrays, Structs, and Tile Maps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values under one name, values that belong together, and a world built from a grid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programming students (C track)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Declare, index, and loop over an array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values in a struct and pass it by address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world as a grid of tile identifiers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tiles behaviour with flags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platform actor helpers for gravity and collision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bit flags returned by a function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14066" y="1737360"/>
            <a:ext cx="2173163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4066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232949" y="1737360"/>
            <a:ext cx="2419706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32949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98374" y="1737360"/>
            <a:ext cx="1433535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98374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77630" y="1737360"/>
            <a:ext cx="2419706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77630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maps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flags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actor in a world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Pong has five variables. A platformer has thousands. You cannot name them one by one.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structs, and grids are how programs scale.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values under one name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bricks, one name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uint8_t bricks[10];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bricks[i] == 1 means brick i is intact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reset_bricks(void)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10; ++i)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bricks[i] = 1;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every brick starts present */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bricks[10]: ten elements, indices 0 to 9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uint8_t: one byte each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initialise; test; advance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++i adds one to 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facts about C arrays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start at 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10 has elements 0 to 9. bricks[10] does not exist.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bounds checking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or writing outside the array is not detected. It corrupts other memory.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size is part of the declaration. There is no malloc in a cartridge.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for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i = 0; runs once.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&lt; 10; checked before every pass.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bricks[i] = 1; runs if the test is true.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++i; then back to the test.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 a[8]; Which is the last valid element?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a[8]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a[7]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a[9]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a[-1]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Bricks as an array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bricks[i] == 1 means brick i is intact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Draw: loop over i; draw a rect at x = i * 32 if intact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Hit: loop; test hitbox against brick i; set bricks[i] = 0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Win: every element is 0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is Pong plus this array and two loops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array of bits: a sprite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 uint8_t tile_coin[8] = {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0x18, 0x3c, 0x66, 0x5a, 0x5a, 0x66, 0x3c, 0x18,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bytes: eight rows of eight pixels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bit is one pixel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0x18 = 00011000: two pixels in the middle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const: stored in read-only memory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what belongs together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actor is several values that travel together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x;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position */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y;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vx;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velocity */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vy;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uint16_t w;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size */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uint16_t h;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uint16_t state;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collision/status flags */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uint8_t layer;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uint8_t reserved;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prg32_platform_actor_t;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and velocity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flags set by the physics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typedef gives the struct a short type name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and with a struct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variables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player_x, player_y, player_vx, ...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needs all of them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actor doubles the names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pass the wrong one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player.x, player.y, player.vx, ...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one thing: &amp;player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actor is one more variable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actors is natural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dot and the ampersand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player.x reads or writes one field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&amp;player is the address of the whole struct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take the address so they can modify your struct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the struct itself would hand them a copy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&amp;player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address: pass by reference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prg32_platform_actor_step take &amp;player and not player?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faster to type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change the actor's position and velocity in your variable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Structs cannot be passed in C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is shorter than the name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Tile maps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as a grid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tiles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64 by 32 world is 2048 one-byte tile numbers, not half a million pixels.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160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10248" y="16459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8 by 8 pictures, repeated, make a whole level.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tile number can carry behaviour: solid, hazard, coin.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3265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4206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10248" y="4160520"/>
            <a:ext cx="440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Scrolling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07328" y="4937760"/>
            <a:ext cx="486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draws the visible part of a larger grid.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playfield in numbers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437766"/>
                <a:gridCol w="1941523"/>
                <a:gridCol w="471512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PRG32_TILE_W, PRG32_TILE_H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8, 8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Tile size in pixels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PRG32_PLAYFIELD_COLS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width in tiles (512 pixels)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PRG32_PLAYFIELD_ROWS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height in tiles (256 pixels)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PRG32_PLAYFIELD_LAYERS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and foreground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Laying a run of tiles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put_run(uint8_t layer, uint8_t x0, uint8_t x1,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uint8_t y, uint8_t tile)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(uint8_t x = x0; x &lt;= x1 &amp;&amp; x &lt; PRG32_PLAYFIELD_COLS; ++x)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prg32_playfield_put(layer, x, y, tile);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helper of your own: static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from x0 to x1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&amp;&amp; guard keeps x inside the grid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places one tile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level from three runs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5230368"/>
            <a:ext cx="5852160" cy="146304"/>
          </a:xfrm>
          <a:prstGeom prst="rect">
            <a:avLst/>
          </a:prstGeom>
          <a:solidFill>
            <a:srgbClr val="00FC00"/>
          </a:solidFill>
          <a:ln w="12700">
            <a:solidFill>
              <a:srgbClr val="00FC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0" y="4498848"/>
            <a:ext cx="1463040" cy="146304"/>
          </a:xfrm>
          <a:prstGeom prst="rect">
            <a:avLst/>
          </a:prstGeom>
          <a:solidFill>
            <a:srgbClr val="00FC00"/>
          </a:solidFill>
          <a:ln w="12700">
            <a:solidFill>
              <a:srgbClr val="00FC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3767328"/>
            <a:ext cx="1170432" cy="146304"/>
          </a:xfrm>
          <a:prstGeom prst="rect">
            <a:avLst/>
          </a:prstGeom>
          <a:solidFill>
            <a:srgbClr val="00FC00"/>
          </a:solidFill>
          <a:ln w="12700">
            <a:solidFill>
              <a:srgbClr val="00FC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4937760"/>
            <a:ext cx="146304" cy="146304"/>
          </a:xfrm>
          <a:prstGeom prst="rect">
            <a:avLst/>
          </a:prstGeom>
          <a:solidFill>
            <a:srgbClr val="F8FC00"/>
          </a:solidFill>
          <a:ln w="12700">
            <a:solidFill>
              <a:srgbClr val="F8FC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53312" y="49194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98848" y="3621024"/>
            <a:ext cx="146304" cy="146304"/>
          </a:xfrm>
          <a:prstGeom prst="rect">
            <a:avLst/>
          </a:prstGeom>
          <a:solidFill>
            <a:srgbClr val="F8A400"/>
          </a:solidFill>
          <a:ln w="12700">
            <a:solidFill>
              <a:srgbClr val="F8A4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18304" y="3602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coin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1463040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put_run(1, 0, 39, 22, 2): the ground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2692908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put_run(1, 10, 19, 17, 2): a platform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3922776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put_run(1, 25, 32, 12, 2): a higher one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5152644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coordinates = pixel coordinates / 8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tile at tile coordinates (10, 17) starts at which pixel?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(10, 17)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(80, 136)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(18, 25)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(160, 272)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on tiles, physics on actors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Giving tiles meaning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prg32_platform_tile_flags(2, PRG32_TILE_FLAG_SOLID);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ground is solid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prg32_platform_tile_flags(5, PRG32_TILE_FLAG_HAZARD);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spikes hurt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prg32_platform_tile_flags(6, PRG32_TILE_FLAG_COLLECT);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coins collect */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2 blocks movement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5 hurts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6 can be collected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stores numbers; the flags give them behaviour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Tile flags and actor state bits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Tile flag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 state bit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PRG32_TILE_FLAG_SOLID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PRG32_PLATFORM_ON_GROUND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blocked; standing on it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PRG32_TILE_FLAG_PLATFORM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PRG32_PLATFORM_HIT_HEAD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one-way platform; bumped a ceiling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PRG32_TILE_FLAG_HAZARD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PRG32_PLATFORM_HAZARD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harmful tile touched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PRG32_TILE_FLAG_COLLECT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PRG32_PLATFORM_COLLECT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collectable touched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actor in a world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prg32_platform_actor_t player;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platformer_c_init(void)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fill_world();                    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build the tile map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prg32_platform_tile_flags(2, PRG32_TILE_FLAG_SOLID);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prg32_platform_actor_init(&amp;player, 1, 32, 120, 8, 8);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platformer_c_update(void)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input = prg32_input_read();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move_speed, jump_speed, gravity, max_fall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uint16_t state = prg32_platform_actor_step(&amp;player, input, 2, -7, 1, 5);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(state &amp; PRG32_PLATFORM_HAZARD)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prg32_buzzer_tone(120, 60, 512);                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hit a hazard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prg32_platform_camera_follow(&amp;player, 64, 48); 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scroll the world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init: build the map, set flags, place the actor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0" y="270205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6664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83921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input, speeds, gravity in; state flags out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394106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7822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flag with &amp;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518007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3446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31723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follows the actor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actor_step does in one frame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6817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and right set vx; A jumps if on the ground.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077642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83291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07994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 grows by gravity up to max_fall.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95411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1588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59765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4468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and collide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84468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actor moves; solid tiles stop it.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830589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78061" y="1920240"/>
            <a:ext cx="2464994" cy="4114800"/>
          </a:xfrm>
          <a:prstGeom prst="roundRect">
            <a:avLst>
              <a:gd name="adj" fmla="val 296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3623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360941" y="2331720"/>
            <a:ext cx="2099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360941" y="3291840"/>
            <a:ext cx="209923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flags: on ground, hit head, hazard, collect.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result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PRG32_PLATFORM_HAZARD: touched something harmful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PRG32_PLATFORM_COLLECT: picked something up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PRG32_PLATFORM_ON_GROUND: may jump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integer carries several independent answers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an array and loop over it safely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. and &amp; on a struct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tile to pixel coordinates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how a tile number acquires behaviour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one flag in a returned state word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bricks, then a small platform level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examples/games/platformer/c/game.c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11: the C capstone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10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examples/c_structs_and_tiles/ in the textbook repository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docs/software/framework_manual.md (tiles, playfields, platform helpers)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Kernighan and Ritchie, chapters 5-6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Bigger World: Arrays, Structs, and Tile Maps - lecture</dc:title>
  <dc:subject>Chapter 10</dc:subject>
  <dc:creator>Playing with RISC-V (PRG32 textbook)</dc:creator>
  <cp:lastModifiedBy>Playing with RISC-V (PRG32 textbook)</cp:lastModifiedBy>
  <cp:revision>1</cp:revision>
  <dcterms:created xsi:type="dcterms:W3CDTF">2026-10-05T08:18:06Z</dcterms:created>
  <dcterms:modified xsi:type="dcterms:W3CDTF">2026-10-05T08:18:06Z</dcterms:modified>
</cp:coreProperties>
</file>