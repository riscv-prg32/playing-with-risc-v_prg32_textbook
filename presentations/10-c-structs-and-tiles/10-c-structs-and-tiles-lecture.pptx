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ac039b3-c391-62b3-c090-e7d8915ca79b}">
          <p14:sldIdLst>
            <p14:sldId id="256"/>
            <p14:sldId id="257"/>
            <p14:sldId id="258"/>
            <p14:sldId id="259"/>
          </p14:sldIdLst>
        </p14:section>
        <p14:section name="Arrays" id="{8b116077-d2b0-afdd-7306-dfafe91fdb26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tructs" id="{034b5746-dab3-8309-3eb6-6d1188cf2562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ile maps" id="{1cfa4de5-aa26-197f-5b89-750c4cd730a0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Behaviour" id="{a09a0741-381b-c1a7-64b2-045644fb485b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85ee3495-9590-7f8d-421c-23872b28dd5d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10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examples/c_structs_and_tiles/brick_flags.c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Indices run from 0 to size - 1.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examples/c_structs_and_tiles/coin_tile.c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examples/c_structs_and_tiles/platform_actor_struct.c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A function can only modify the caller's variable through its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examples/c_structs_and_tiles/put_run.c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Multiply by the tile size,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examples/c_structs_and_tiles/tile_flags.c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combine with | and are tested with &amp;, exactly like buttons.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examples/c_structs_and_tiles/platform_physics.c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10: Arrays, Structs, Tile Maps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10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Bigger World: Arrays, Structs, and Tile Maps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values under one name, values that belong together, and a world built from a grid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Declare, index, and loop over an array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related values in a struct and pass it by address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world as a grid of tile identifiers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tiles behaviour with flags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platform actor helpers for gravity and collision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bit flags returned by a function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1433535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maps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flags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in a world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Pong has five variables. A platformer has thousands. You cannot name them one by one.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Arrays, structs, and grids are how programs scale.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values under one name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bricks, one name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uint8_t bricks[10];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bricks[i] == 1 means brick i is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intact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reset_bricks(void)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10; ++i) 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bricks[i] = 1;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every brick starts present */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bricks[10]: ten elements, indices 0 to 9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uint8_t: one byte each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initialise; test; advance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++i adds one to 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facts about C arrays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start at 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10 has elements 0 to 9. bricks[10] does not exist.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bounds checking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or writing outside the array is not detected. It corrupts other memory.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size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is part of the declaration. There is no malloc in a cartridge.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for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Initialise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i = 0; runs once.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&lt; 10; checked before every pass.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bricks[i] = 1; runs if the test is true.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++i; then back to the test.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 a[8]; Which is the last valid element?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a[8]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a[7]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a[9]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a[-1]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Bricks as an array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bricks[i] == 1 means brick i is intact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loop over i; draw a rect at x = i * 32 if intact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Hit: loop; test hitbox against brick i; set bricks[i] = 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Win: every element is 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is Pong plus this array and two loops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array of bits: a sprite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 uint8_t tile_coin[8] = {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0x18, 0x3c, 0x66, 0x5a, 0x5a, 0x66, 0x3c, 0x18,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bytes: eight rows of eight pixels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bit is one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0x18 = 00011000: two pixels in the middle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const: stored in read-only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 what belongs together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actor is several values that travel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struct {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x; 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position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y;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vx;    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velocity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vy;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w; 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size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h;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state;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collision/status flags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uint8_t layer;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uint8_t reserved;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prg32_platform_actor_t;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and velocity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flags set by the physics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typedef gives the struct a short type name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and with a struct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variables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player_x, player_y, player_vx,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needs all of them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actor doubles the names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pass the wrong one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player.x, player.y, player.vx,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one thing: &amp;player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actor is one more variable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actors is natural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dot and the ampersand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player.x reads or writes one field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&amp;player is the address of the whole struct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take the address so they can modify your struct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the struct itself would hand them a copy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&amp;player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address: pass by reference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prg32_platform_actor_t, field by field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vx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vy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+18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uint16_t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+22</a:t>
            </a: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layer, reserved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bytes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uint8_t each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bytes. player.vx is 'the int 8 bytes after the start'; &amp;player is the address of byte 0. prg32.h publishes the same offsets for assembly.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prg32_platform_actor_step take &amp;player and not player?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faster to type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change the actor's position and velocity in your variable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 cannot be passed in C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is shorter than the name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Tile maps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as a grid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64 by 32 world is 2048 one-byte tile numbers, not half a million pixels.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8 by 8 pictures, repeated, make a whole level.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tile number can carry behaviour: solid, hazard, coin.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draws the visible part of a larger grid.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playfield in numbers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437766"/>
                <a:gridCol w="1941523"/>
                <a:gridCol w="47151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PRG32_TILE_W, PRG32_TILE_H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size in pixels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PRG32_PLAYFIELD_COLS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width in tiles (512 pixels)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PRG32_PLAYFIELD_ROWS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 height in tiles (256 pixels)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PRG32_PLAYFIELD_LAYERS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and foreground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tiles: the arithmetic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x 256 world in pixels at one byte each: 131,072 bytes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world as 64 x 32 tile numbers: 2,048 bytes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bitmaps: 8 bytes each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layers and a hundred tiles still fit in under 6 KiB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64x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memory than pixels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Laying a run of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put_run(uint8_t layer, uint8_t x0, uint8_t x1,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uint8_t y, uint8_t tile)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(uint8_t x = x0; x &lt;= x1 &amp;&amp; x &lt; PRG32_PLAYFIELD_COLS; ++x)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prg32_playfield_put(layer, x, y, tile);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of your own: static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from x0 to x1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guard keeps x inside the grid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places one tile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level from three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5230368"/>
            <a:ext cx="5852160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4498848"/>
            <a:ext cx="1463040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3767328"/>
            <a:ext cx="1170432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3856" y="4937760"/>
            <a:ext cx="146304" cy="146304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53312" y="49194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98848" y="3621024"/>
            <a:ext cx="146304" cy="146304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18304" y="36027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coin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0, 39, 22, 2): the ground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92908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10, 19, 17, 2): a platform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put_run(1, 25, 32, 12, 2): a higher one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5152644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coordinates = pixel coordinates / 8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tile at tile coordinates (10, 17) starts at which pixel?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(10, 17)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(80, 136)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(18, 25)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(160, 272)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Behaviour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on tiles, physics on actors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Giving tiles meaning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prg32_platform_tile_flags(2, PRG32_TILE_FLAG_SOLID);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ground 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solid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prg32_platform_tile_flags(5, PRG32_TILE_FLAG_HAZARD);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spikes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hurt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prg32_platform_tile_flags(6, PRG32_TILE_FLAG_COLLECT);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coins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collect */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2 blocks movement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5 hurts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6 can be collected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stores numbers; the flags give them behaviour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Tile flags and actor state bits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 flag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 state 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PRG32_TILE_FLAG_SOLID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PRG32_PLATFORM_ON_GROUND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blocked; standing on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PRG32_TILE_FLAG_PLATFORM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PRG32_PLATFORM_HIT_HEAD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one-way platform; bumped a ceiling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PRG32_TILE_FLAG_HAZARD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PRG32_PLATFORM_HAZARD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harmful tile touched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PRG32_TILE_FLAG_COLLECT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PRG32_PLATFORM_COLLECT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collectable touched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actor in a world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prg32_platform_actor_t player;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platformer_c_init(void)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fill_world();   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build the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tile map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prg32_platform_tile_flags(2, PRG32_TILE_FLAG_SOLID);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prg32_platform_actor_init(&amp;player, 1, 32, 120, 8, 8);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platformer_c_update(void)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move_speed, jump_speed, gravity, max_fall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uint16_t state = prg32_platform_actor_step(&amp;player, input, 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-7, 1, 5);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(state &amp; PRG32_PLATFORM_HAZARD)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prg32_buzzer_tone(120, 60, 512);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hit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hazard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prg32_platform_camera_follow(&amp;player, 64, 48);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scroll the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world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init: build the map, set flags, place the actor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step: input, speeds, gravity in; state flags out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flag with &amp;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camera follows the actor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actor_step does in one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and right set vx; A jumps if on the ground.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 grows by gravity up to max_fall.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collide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moves; solid tiles stop it.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flags: on ground, hit head, hazard, collect.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result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PRG32_PLATFORM_HAZARD: touched something harmful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PRG32_PLATFORM_COLLECT: picked something up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PRG32_PLATFORM_ON_GROUND: may jump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integer carries several independent answers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an array and loop over it safely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. and &amp; on a struct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tile to pixel coordinates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a tile number acquires behaviour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one flag in a returned state word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bricks, then a small platform level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examples/games/platformer/c/game.c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11: the C capstone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examples/c_structs_and_tiles/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docs/software/framework_manual.md (tiles, playfields, platform helpers)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Kernighan and Ritchie, chapters 5-6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Bigger World: Arrays, Structs, and Tile Maps - lecture</dc:title>
  <dc:subject>Chapter 10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