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980df97-fa9b-859a-7390-3e5dd2ae59d5}">
          <p14:sldIdLst>
            <p14:sldId id="256"/>
            <p14:sldId id="257"/>
            <p14:sldId id="258"/>
            <p14:sldId id="259"/>
          </p14:sldIdLst>
        </p14:section>
        <p14:section name="Mission 2" id="{649a1454-9e84-b6e8-46b8-eb04e602bbab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ission 3" id="{329d82f9-a533-3e32-5d29-efe4afe6dc2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Make it yours" id="{1a838a45-652e-fe3e-f907-b472c49f74b1}">
          <p14:sldIdLst>
            <p14:sldId id="283"/>
            <p14:sldId id="284"/>
            <p14:sldId id="285"/>
          </p14:sldIdLst>
        </p14:section>
        <p14:section name="Closing" id="{36506f8a-730b-07d9-48b8-5229ac2fcf01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13 of the textbook. Practical, step-by-step session: learners work at their machines; keep each step to its time box. Preparation: Pupils need their First Square project (or import first_square.blocks.json). References: moving_square.blocks.json and lemon_catcher.blocks.json. This workshop may be split over two sessions at 'Lemon Catcher'.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Smaller y is higher.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13: Move It, Catch It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2 and 3 Workshop: Build Lemon Catcher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square, fence it in, then build a catching game step by step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 with four buttons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fence so it stays on screen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to watch a variable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Lemon Catcher: draw, move, fall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catching, missing, and score bars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 and Step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Catcher: draw and move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and miss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bars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navigator, swapping each step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little, then press Play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goes wrong, read your numbers aloud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neighbour before the teacher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move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First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every frame update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blocks: Input &amp; Logic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 the minus sign!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First Square project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update blocks from the last slide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arrow keys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yellow square slides left and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and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if for UP: it changes player_y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if for DOWN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needs the minus?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try all four arrows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moves in four directions. UP needs -3, because smaller y is higher.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block moves the square UP?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by 3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by -3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and slower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every 3 to 1. Play.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them to 10. Play.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speed you like best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is slow and smooth. 10 is fast and jumpy. The number is the speed.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34440" y="16459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player_x between 0 and 304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player_y between 0 and 184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them at the bottom of update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if blocks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 = 320 - 16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 = 200 - 16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Fence it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hold RIGHT until the square disappears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'keep'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again: can it escape?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stops exactly at every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Play to pause the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RIGHT arrow on the game pad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Step five times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player_x in the grey line each time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155, 158, 161, 164... one step of 3 for each frame.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3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Catcher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project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home page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Project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Lemon Catcher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workspace for a brand new game.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basket_x to 144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150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score to 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220599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misses to 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boxes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names carefully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_ key for the low line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everything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43525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lemon_x y lemon_y w 10 h 10 color YELLOW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basket_x y 180 w 32 h 8 color ORANGE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0 y 196 w 320 h 4 color BLUE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comes first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look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start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lemon at the top, an orange basket, a blue floor. Nothing moves yet, and that is fine.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yours look like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011680"/>
            <a:ext cx="182880" cy="182880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7872" y="1993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lemon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82112" y="5303520"/>
            <a:ext cx="585216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basket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596128"/>
            <a:ext cx="5852160" cy="73152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at the very top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near the bottom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floor under it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and fall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basket_x by -4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basket_x by 4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basket_x between 0 and 288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4864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lemon_y by 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 moves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10286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fence: 320 - 32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 falls by itself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move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update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basket under the lemon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the lemon?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 moves. The lemon falls... right through the basket and the floor!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Catch!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 the bottom of update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numbers first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basket numbers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must match your draw blocks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a lemon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'touches' block and its three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five lemons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to watch 'score' go up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lemon touches the basket it jumps back to the top, in a new place, and score grows by 1.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 a lemon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'touches' block: lemon and floor (0, 196, 320, 4)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Inside: change misses by 1, set lemon_y to 0, random lemon_x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miss one on purpose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lemon also goes back to the top, and misses grows by 1.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bars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LEMONS at x 8 y 4 fg GREEN bg BLACK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64 y 4 w score * 3 h 8 color GREEN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558698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MISSED at x 8 y 16 fg RED bg BLACK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64 y 16 w misses * 3 h 8 color RED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draw, after clear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means times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lemons: 15 wide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grows!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Race the bars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four blocks to draw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green beat red?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bar grows with every catch, a red bar with every miss.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 Catcher, for real</a:t>
            </a:r>
            <a:endParaRPr lang="en-US" sz="3000" dirty="0"/>
          </a:p>
        </p:txBody>
      </p:sp>
      <p:pic>
        <p:nvPicPr>
          <p:cNvPr id="3" name="Image 0" descr="The reference project, built from its generated C and run for 260 fra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630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project, built from its generated C and run for 260 frames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yours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game, your rules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changes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lemon fall faster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basket smaller (change draw AND touches!)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fruit with its own boxes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'bad' fruit: change score by -1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pair has a different game. Be ready to say what you changed.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did it!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Four-way movement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fence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motion with Step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falling lemon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Catching, missing, and a score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sound, your own pictures, and a real cartridge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your game with someone at home (ask your teacher how)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 a name for your game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2 and 3 Workshop: Build Lemon Catcher - lab</dc:title>
  <dc:subject>Chapter 13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