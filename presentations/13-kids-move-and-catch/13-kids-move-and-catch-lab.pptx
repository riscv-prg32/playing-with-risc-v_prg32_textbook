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91b2ea0-489b-bf47-9fe9-67a337d63ebc}">
          <p14:sldIdLst>
            <p14:sldId id="256"/>
            <p14:sldId id="257"/>
            <p14:sldId id="258"/>
            <p14:sldId id="259"/>
          </p14:sldIdLst>
        </p14:section>
        <p14:section name="Mission 2" id="{d8fcad6a-3b38-de14-2cad-3a5f72e488ee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Mission 3" id="{9cb611cc-d19c-58f4-172b-64b2157d3672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Make it yours" id="{93444b5e-7a38-d146-ca4b-2d1706d2a54f}">
          <p14:sldIdLst>
            <p14:sldId id="282"/>
            <p14:sldId id="283"/>
            <p14:sldId id="284"/>
          </p14:sldIdLst>
        </p14:section>
        <p14:section name="Closing" id="{70e909bf-b834-a193-ea9c-bbcb448f24af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13 of the textbook. Practical, step-by-step session: learners work at their machines; keep each step to its time box. Preparation: Pupils need their First Square project (or import first_square.blocks.json). References: moving_square.blocks.json and lemon_catcher.blocks.json. This workshop may be split over two sessions at 'Lemon Catcher'.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Smaller y is higher.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13: Move It, Catch It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Missions 2 and 3 Workshop: Build Lemon Catcher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square, fence it in, then build a catching game step by step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children aged 7 and over, led by a teacher (read aloud for the youngest)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will learn 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square with four buttons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fence so it stays on screen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Step to watch a variable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Lemon Catcher: draw, move, fall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catching, missing, and score bars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4066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4066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986406" y="1737360"/>
            <a:ext cx="2912791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6406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944917" y="1737360"/>
            <a:ext cx="2419706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44917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square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and Step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Catcher: draw and move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and miss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and navigator, swapping each step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little, then press Play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goes wrong, read your numbers aloud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neighbour before the teacher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2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move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update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3022092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LEFT pressed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926080"/>
            <a:ext cx="290550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player_x by -3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3138678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RIGHT pressed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420624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player_x by 3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First Square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Drag: every frame update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922776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blocks: Input &amp; Logic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515264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the minus sign!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and right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First Square project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update blocks from the last slide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Play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arrow keys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yellow square slides left and right.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and down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if for UP: it changes player_y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if for DOWN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needs the minus?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and try all four arrows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 moves in four directions. UP needs -3, because smaller y is higher.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block moves the square UP?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player_y by 3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player_y by -3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player_x by -3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player_y to 3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and slower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every 3 to 1. Play.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them to 10. Play.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speed you like best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is slow and smooth. 10 is fast and jumpy. The number is the speed.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fence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34440" y="1645920"/>
            <a:ext cx="407136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player_x between 0 and 304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407136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player_y between 0 and 184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them at the bottom of update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692908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if blocks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= 320 - 16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515264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 = 200 - 16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Fence it 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hold RIGHT until the square disappears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two 'keep' blocks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again: can it escape?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 stops exactly at every edge.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motion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Play to pause the game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RIGHT arrow on the game pad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Step five times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player_x in the grey line each time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152, 155, 158, 161, 164... one step of 3 for each frame.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3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Catcher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home page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Project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Lemon Catcher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workspace for a brand new game.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ready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game starts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67233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basket_x to 144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lemon_x to 150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lemon_y to 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206240"/>
            <a:ext cx="208940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score to 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846320"/>
            <a:ext cx="2205990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misses to 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boxes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102864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names carefully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4742688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_ key for the low line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everything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draw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screen BLACK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5343525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lemon_x y lemon_y w 10 h 10 color YELLOW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basket_x y 180 w 32 h 8 color ORANGE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20624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0 y 196 w 320 h 4 color BLUE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lemon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692908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basket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515264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comes first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look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start blocks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draw blocks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Play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yellow lemon at the top, an orange basket, a blue floor. Nothing moves yet, and that is fine.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yours look like this?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2011680"/>
            <a:ext cx="182880" cy="182880"/>
          </a:xfrm>
          <a:prstGeom prst="rect">
            <a:avLst/>
          </a:prstGeom>
          <a:solidFill>
            <a:srgbClr val="F8FC00"/>
          </a:solidFill>
          <a:ln w="12700">
            <a:solidFill>
              <a:srgbClr val="F8FC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47872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lemon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82112" y="5303520"/>
            <a:ext cx="585216" cy="146304"/>
          </a:xfrm>
          <a:prstGeom prst="rect">
            <a:avLst/>
          </a:prstGeom>
          <a:solidFill>
            <a:srgbClr val="F8A400"/>
          </a:solidFill>
          <a:ln w="12700">
            <a:solidFill>
              <a:srgbClr val="F8A4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5285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5596128"/>
            <a:ext cx="5852160" cy="73152"/>
          </a:xfrm>
          <a:prstGeom prst="rect">
            <a:avLst/>
          </a:prstGeom>
          <a:solidFill>
            <a:srgbClr val="0000F8"/>
          </a:solidFill>
          <a:ln w="12700">
            <a:solidFill>
              <a:srgbClr val="0000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463040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at the very top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102864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near the bottom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742688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floor under it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and fall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update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3022092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LEFT pressed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926080"/>
            <a:ext cx="290550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basket_x by -4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3138678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RIGHT pressed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420624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basket_x by 4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846320"/>
            <a:ext cx="407136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basket_x between 0 and 288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486400"/>
            <a:ext cx="267233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lemon_y by 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basket moves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10286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fence: 320 - 32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4742688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lemon falls by itself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move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update blocks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Play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basket under the lemon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lemon?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basket moves. The lemon falls... right through the basket and the floor!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Catch!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rect lemon_x lemon_y 10 10 touches rect basket_x 180 32 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439162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score by 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lemon_y to 0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4537710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lemon_x to random from 0 to 310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the bottom of update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692908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numbers first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basket numbers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must match your draw blocks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a lemon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'touches' block and its three blocks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Play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five lemons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Step to watch 'score' go up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lemon touches the basket it jumps back to the top, in a new place, and score grows by 1.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 a lemon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'touches' block: lemon and floor (0, 196, 320, 4)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Inside: change misses by 1, set lemon_y to 0, random lemon_x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and miss one on purpose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lemon also goes back to the top, and misses grows by 1.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bars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70357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text LEMONS at x 8 y 4 fg GREEN bg BLACK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570357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64 y 4 w score * 3 h 8 color GREEN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586984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text MISSED at x 8 y 16 fg RED bg BLACK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570357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64 y 16 w misses * 3 h 8 color RED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draw, after clear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692908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means times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lemons: 15 wide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515264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grows!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the bars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four blocks to draw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Play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green beat red?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bar grows with every catch, a red bar with every miss.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yours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game, your rules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changes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lemon fall faster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basket smaller (change draw AND touches!)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fruit with its own boxes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'bad' fruit: change score by -1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 has a different game. Be ready to say what you changed.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did it!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Four-way movement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fence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motion with Step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falling lemon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Catching, missing, and a score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time, and for grown-ups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sound, your own pictures, and a real cartridge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your game with someone at home (ask your teacher how)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a name for your game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grown-ups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Part IV (pupil chapters) and Chapter 15 (teacher's guide)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Construction Kit: github.com/riscv-prg32/PRG32-Construction-Kit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projects: examples/blocks_first_steps/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Unplugged activities (Bell et al.)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Missions 2 and 3 Workshop: Build Lemon Catcher - lab</dc:title>
  <dc:subject>Chapter 13</dc:subject>
  <dc:creator>Playing with RISC-V (PRG32 textbook)</dc:creator>
  <cp:lastModifiedBy>Playing with RISC-V (PRG32 textbook)</cp:lastModifiedBy>
  <cp:revision>1</cp:revision>
  <dcterms:created xsi:type="dcterms:W3CDTF">2026-10-05T08:18:07Z</dcterms:created>
  <dcterms:modified xsi:type="dcterms:W3CDTF">2026-10-05T08:18:07Z</dcterms:modified>
</cp:coreProperties>
</file>