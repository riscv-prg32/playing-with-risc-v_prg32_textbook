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f655a09-6b48-f707-192d-abe46d10217a}">
          <p14:sldIdLst>
            <p14:sldId id="256"/>
            <p14:sldId id="257"/>
            <p14:sldId id="258"/>
            <p14:sldId id="259"/>
          </p14:sldIdLst>
        </p14:section>
        <p14:section name="If" id="{c1839370-4679-e00c-372b-497b821d75fb}">
          <p14:sldIdLst>
            <p14:sldId id="260"/>
            <p14:sldId id="261"/>
            <p14:sldId id="262"/>
            <p14:sldId id="263"/>
            <p14:sldId id="264"/>
          </p14:sldIdLst>
        </p14:section>
        <p14:section name="Change" id="{9873780c-e265-e5b9-e20c-28088804b2bc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The fence" id="{a23b50a5-2520-8248-ad30-06988ed67264}">
          <p14:sldIdLst>
            <p14:sldId id="271"/>
            <p14:sldId id="272"/>
            <p14:sldId id="273"/>
            <p14:sldId id="274"/>
            <p14:sldId id="275"/>
          </p14:sldIdLst>
        </p14:section>
        <p14:section name="Slow motion" id="{7a6a1f3c-cc5d-bf05-a80c-0800bac7def2}">
          <p14:sldIdLst>
            <p14:sldId id="276"/>
            <p14:sldId id="277"/>
          </p14:sldIdLst>
        </p14:section>
        <p14:section name="Lemon Catcher" id="{bd8d52c7-c063-7d4b-2e06-f222c0b1c528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Closing" id="{b5bfa63f-4fa1-38cb-105f-41cdf151b3d5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13 of the textbook. Front lecture: about 45 minutes including the questions. Preparation: A number line taped to the floor from -5 to 10 helps with 'change by -3'. Open the Moving Square project on the projector.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also click or touch the game pad under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If the answer is no, the inside is skipped.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with the box and cards: set replaces; change adds.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on the floor number line: 'change by -3' is three steps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100, 97, 94.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320 - 32 = 288.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Demonstrate: hold RIGHT on the game pad, click Step three times, read player_x aloud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13: Move It, Catch It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Missions 2 and 3: Move It, Catch It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if, change, fences, touching, and a real game called Lemon Catcher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children aged 7 and over, led by a teacher (read aloud for the youngest)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will learn 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something move with a button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'if' does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things on the screen with a fence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number change with Step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 game knows two things touch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20980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20980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93321" y="1737360"/>
            <a:ext cx="1926620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3321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65661" y="1737360"/>
            <a:ext cx="1433535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5661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44917" y="1737360"/>
            <a:ext cx="365241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44917" y="1737360"/>
            <a:ext cx="3652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fence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slow motion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and Lemon Catcher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game where nothing moves is not much of a game.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square obeys YOU.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makes a choice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If, in real life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rains, take an umbrella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light is red, stop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hungry, eat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part only happens when the first part is true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 block asks a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022092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LEFT pressed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90550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player_x by -3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LEFT pressed?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do the blocks inside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skip them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again every frame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pad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keyboard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Arrows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Arrow keys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is NOT pressed. What does the computer do with the blocks inside the if?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them twice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them backwards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game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to a box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and change are different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player_x to 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away the old number. Put 3 in the box.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player_x by 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old number. Add 3 to it.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Change, frame after frame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player_x is 152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by 3: now 155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frame: 158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161, 164, 167...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 slides to the right!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go left?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left means x gets smaller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add a number below zero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player_x by -3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152, 149, 146, 143...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and right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update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3022092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LEFT pressed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926080"/>
            <a:ext cx="290550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player_x by -3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3138678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RIGHT pressed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420624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player_x by 3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every frame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LEFT? Then x gets smaller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922776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RIGHT? Then x gets bigger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button: nothing changes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player_x is 100. We run 'change player_x by -3' two times. Now it is...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fence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fall off the world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Uh-oh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3694176"/>
            <a:ext cx="292608" cy="292608"/>
          </a:xfrm>
          <a:prstGeom prst="rect">
            <a:avLst/>
          </a:prstGeom>
          <a:solidFill>
            <a:srgbClr val="F8FC00"/>
          </a:solidFill>
          <a:ln w="12700">
            <a:solidFill>
              <a:srgbClr val="F8FC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3694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340?!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463040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 for a long time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692908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keeps growing: 320, 330, 340...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922776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 walks off the screen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5152644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comes back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fence block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07136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player_x between 0 and 304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1463040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a number going too low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3102864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a number going too high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42688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fence around a field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304 and not 320?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08192" y="3694176"/>
            <a:ext cx="292608" cy="292608"/>
          </a:xfrm>
          <a:prstGeom prst="rect">
            <a:avLst/>
          </a:prstGeom>
          <a:solidFill>
            <a:srgbClr val="F8FC00"/>
          </a:solidFill>
          <a:ln w="12700">
            <a:solidFill>
              <a:srgbClr val="F8FC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18304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304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40599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304 + 16 = 320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463040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the LEFT side of the square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2692908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 is 16 wide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922776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+ 16 = 320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5152644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right side just touches the edge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basket is 32 wide. Where must its fence stop?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motion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button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shows one frame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runs the game fast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runs ONE frame, then stops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grey line shows every variable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your numbers change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Lemon Catcher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game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108960"/>
            <a:ext cx="182880" cy="182880"/>
          </a:xfrm>
          <a:prstGeom prst="rect">
            <a:avLst/>
          </a:prstGeom>
          <a:solidFill>
            <a:srgbClr val="F8FC00"/>
          </a:solidFill>
          <a:ln w="12700">
            <a:solidFill>
              <a:srgbClr val="F8FC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47872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lemon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82112" y="5303520"/>
            <a:ext cx="585216" cy="146304"/>
          </a:xfrm>
          <a:prstGeom prst="rect">
            <a:avLst/>
          </a:prstGeom>
          <a:solidFill>
            <a:srgbClr val="F8A400"/>
          </a:solidFill>
          <a:ln w="12700">
            <a:solidFill>
              <a:srgbClr val="F8A4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5285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5596128"/>
            <a:ext cx="5852160" cy="73152"/>
          </a:xfrm>
          <a:prstGeom prst="rect">
            <a:avLst/>
          </a:prstGeom>
          <a:solidFill>
            <a:srgbClr val="0000F8"/>
          </a:solidFill>
          <a:ln w="12700">
            <a:solidFill>
              <a:srgbClr val="0000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463040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Lemons fall from the sky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692908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move the basket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3922776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 lemon: one point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5152644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Miss: it hits the blue floor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boxes we need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remembers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basket_x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basket is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lemon_x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lemon is, across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lemon_y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far the lemon has fallen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score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lemons caught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misses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lemons missed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Falling is just change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update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67233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lemon_y by 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 needed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frame, y gets bigger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y is lower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515264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lemon falls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touching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rectangles are apart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blocks inside do NOT run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lemon keeps falling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rectangles overlap, even a little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blocks inside DO run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Caught!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rect lemon_x lemon_y 10 10 touches rect basket_x 180 32 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439162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score by 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lemon_y to 0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4537710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lemon_x to random from 0 to 310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463040"/>
            <a:ext cx="368777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4 numbers: the lemon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446934"/>
            <a:ext cx="368777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4 numbers: the basket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430829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point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4414723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lemon at the top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5398618"/>
            <a:ext cx="368777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Random: somewhere new each time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computer does not look at the picture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looks at the numbers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in 'touches' must match the numbers in 'draw'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differ, the game looks wrong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numbers first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Missed: the floor is a rectangle too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rect lemon_x lemon_y 10 10 touches rect 0 196 320 4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misses by 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lemon_y to 0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4537710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lemon_x to random from 0 to 310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floor is at y 196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692908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320 wide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922776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touches floor: a miss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515264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new lemon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know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lets the computer choose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adds to a box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fence keeps numbers in range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shows one frame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means rectangles overlap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time, and for grown-ups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Moving Square and Lemon Catcher on the computers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different thing to catch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 after 10 misses?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grown-ups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Part IV (pupil chapters) and Chapter 15 (teacher's guide)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Construction Kit: github.com/riscv-prg32/PRG32-Construction-Kit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projects: examples/blocks_first_steps/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Unplugged activities (Bell et al.)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Missions 2 and 3: Move It, Catch It - lecture</dc:title>
  <dc:subject>Chapter 13</dc:subject>
  <dc:creator>Playing with RISC-V (PRG32 textbook)</dc:creator>
  <cp:lastModifiedBy>Playing with RISC-V (PRG32 textbook)</cp:lastModifiedBy>
  <cp:revision>1</cp:revision>
  <dcterms:created xsi:type="dcterms:W3CDTF">2026-10-05T15:40:33Z</dcterms:created>
  <dcterms:modified xsi:type="dcterms:W3CDTF">2026-10-05T15:40:33Z</dcterms:modified>
</cp:coreProperties>
</file>