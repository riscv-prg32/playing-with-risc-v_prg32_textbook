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5f494e6-a54d-267c-1324-dd508832ff41}">
          <p14:sldIdLst>
            <p14:sldId id="256"/>
            <p14:sldId id="257"/>
            <p14:sldId id="258"/>
            <p14:sldId id="259"/>
          </p14:sldIdLst>
        </p14:section>
        <p14:section name="If" id="{9ef8cf53-d9f7-3b12-701f-a3aeeeaa0ca6}">
          <p14:sldIdLst>
            <p14:sldId id="260"/>
            <p14:sldId id="261"/>
            <p14:sldId id="262"/>
            <p14:sldId id="263"/>
            <p14:sldId id="264"/>
          </p14:sldIdLst>
        </p14:section>
        <p14:section name="Change" id="{de775386-3af9-059b-8989-8b236c7ef7c2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he fence" id="{549dcd96-3780-187d-7993-02b2c4f4e119}">
          <p14:sldIdLst>
            <p14:sldId id="271"/>
            <p14:sldId id="272"/>
            <p14:sldId id="273"/>
            <p14:sldId id="274"/>
            <p14:sldId id="275"/>
          </p14:sldIdLst>
        </p14:section>
        <p14:section name="Slow motion" id="{52b42f0e-d45c-b890-c579-b851f2ac9254}">
          <p14:sldIdLst>
            <p14:sldId id="276"/>
            <p14:sldId id="277"/>
          </p14:sldIdLst>
        </p14:section>
        <p14:section name="Lemon Catcher" id="{067cd726-b769-65e9-9c5e-ddabf210bdec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f5f19e3c-6d83-df1b-87c4-4a68a41b9b6d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13 of the textbook. Front lecture: about 45 minutes including the questions. Preparation: A number line taped to the floor from -5 to 10 helps with 'change by -3'. Open the Moving Square project on the projector.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also click or touch the game pad under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If the answer is no, the inside is skipped.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with the box and cards: set replaces; change adds.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on the floor number line: 'change by -3' is three steps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100, 97, 94.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320 - 32 = 288.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Demonstrate: hold RIGHT on the game pad, click Step three times, read player_x aloud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13: Move It, Catch It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2 and 3: Move It, Catch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if, change, fences, touching, and a real game called Lemon Catcher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something move with a button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'if' does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things on the screen with a fence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number change with Step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 game knows two things touch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332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332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65661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5661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slow motion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and Lemon Catcher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where nothing moves is not much of a game.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square obeys YOU.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makes a choice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If, in real life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rains, take an umbrella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light is red, stop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hungry, eat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part only happens when the first part is true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red block asks a question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LEFT pressed?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do the blocks inside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skip them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asks again every frame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game pad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keyboard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is NOT pressed. What does the computer do with the blocks inside the if?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them twice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them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them backwards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 a box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and change are different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3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away the old number. Put 3 in the box.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old number. Add 3 to it.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Change, frame after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 is 152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by 3: now 155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frame: 158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161, 164, 167...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slides to the right!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go left?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left means x gets smaller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add a number below zero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152, 149, 146, 143...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every frame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LEFT? Then x gets smaller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RIGHT? Then x gets bigger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button: nothing changes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player_x is 100. We run 'change player_x by -3' two times. Now it is...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fence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fall off the world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Uh-oh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3694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340?!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for a long time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692908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keeps growing: 320, 330, 340...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walks off the screen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comes back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fence block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player_x between 0 and 304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1463040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 number going too low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 number going too high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fence around a field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304 and not 320?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08192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18304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304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40599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304 + 16 = 320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the LEFT side of the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is 16 wide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 + 16 = 320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right side just touches the edge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basket is 32 wide. Where must its fence stop?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button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shows one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runs the game fast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runs ONE frame, then stops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grey line shows every variable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see your numbers change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 Catcher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3108960"/>
            <a:ext cx="182880" cy="182880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7872" y="3090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lemon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82112" y="5303520"/>
            <a:ext cx="585216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basket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596128"/>
            <a:ext cx="5852160" cy="73152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Lemons fall from the sky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 the basket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a lemon: one point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Miss: it hits the blue floor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boxes we need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remembers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basket_x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basket is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lemon_x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lemon is, across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lemon_y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the lemon has fallen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lemons caught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misses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lemons missed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Falling is just change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lemon_y by 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button needed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frame, y gets bigger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y is lower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lemon falls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touching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rectangles are apart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blocks inside do NOT run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 keeps falling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rectangles overlap, even a little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blocks inside DO run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Caught!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Caught!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4 numbers: the lemon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446934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4 numbers: the basket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430829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point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414723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lemon at the top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398618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Random: somewhere new each time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computer does not look at the picture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looks at the numbers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in 'touches' must match the numbers in 'draw'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differ, the game looks wrong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numbers first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Missed: the floor is a rectangle too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0 196 320 4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misses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 floor is at y 196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320 wide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touches floor: a miss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new lemon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lets the computer choose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adds to a box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fence keeps numbers in range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shows one frame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means rectangles overlap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Moving Square and Lemon Catcher on the computers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different thing to catch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after 10 misses?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2 and 3: Move It, Catch It - lecture</dc:title>
  <dc:subject>Chapter 13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