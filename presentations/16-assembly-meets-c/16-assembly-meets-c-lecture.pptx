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092e180-9c82-c0a2-1a5c-fda38952b9b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What the compiler decides" id="{1c53011f-248a-5b0d-45a1-8be4b39707db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What C hides, and what it does not" id="{e9c3b465-7c34-4006-d955-1928530749ff}">
          <p14:sldIdLst>
            <p14:sldId id="274"/>
            <p14:sldId id="275"/>
            <p14:sldId id="276"/>
            <p14:sldId id="277"/>
          </p14:sldIdLst>
        </p14:section>
        <p14:section name="A side-by-side map" id="{9becb75f-041e-f9ba-a4ac-1f06d2dc520a}">
          <p14:sldIdLst>
            <p14:sldId id="278"/>
            <p14:sldId id="279"/>
            <p14:sldId id="280"/>
            <p14:sldId id="281"/>
          </p14:sldIdLst>
        </p14:section>
        <p14:section name="Where to go next" id="{d38cfb33-4570-6987-87f3-5e9b68d62a94}">
          <p14:sldIdLst>
            <p14:sldId id="282"/>
            <p14:sldId id="283"/>
            <p14:sldId id="284"/>
            <p14:sldId id="285"/>
            <p14:sldId id="286"/>
          </p14:sldIdLst>
        </p14:section>
        <p14:section name="Closing" id="{96856c80-f466-27e4-f345-8b71bb8ae15e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16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examples/assembly_meets_c/move_left_c.c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examples/assembly_meets_c/move_left_asm.S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A load and a store, unless the compiler keeps the variable in a register across statements.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 for the C Lab 1 Pong.
Source: labs/16-assembly-meets-c/pong_c_update_O0.s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 for the same file.
Source: labs/16-assembly-meets-c/pong_c_update_Os.s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hand-written figures are the assembly Pong with the same features (Lab 4, step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A non-leaf function gets a frame that saves 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prg32.h publishes both: the typedef for C and PRG32_PLATFORM_ACTOR_*_OFFSET constants for assembly.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C exposes memory honestly; bounds are your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16: Assembly Meets C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Meets C: One Game, Two Altitudes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 in two languages, what a compiler does, and what C hides and does not hide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and programming students (both tracks)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 C statement onto the instructions that implement it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compiler decides for you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 C hides and what it leaves visible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the calling convention to C function calls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language for a task with reasons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compiler output as a learning tool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4066" y="1737360"/>
            <a:ext cx="217316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4066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32949" y="1737360"/>
            <a:ext cx="217316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32949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51832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51832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logic, twice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compiler decides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 hides and does not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map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addi you traced on Monday is the machine that ran your C on Thursday.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shows the join.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paddle left: 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input = prg32_input_read();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(input &amp; PRG32_BTN_LEFT)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paddle_x -= 3;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declaration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condition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assignment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is on the page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paddle left: assembly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prg32_input_read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 bitmask in a0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t0, a0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our copy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paddle_x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paddle_x from memory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1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isolate the LEFT bit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LEFT is clear, skip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-3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paddle_x -= 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sw   t2, 0(t1)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paddle_x back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and its result in a0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address, then the value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mask and the branch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back to memory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by line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451596"/>
                <a:gridCol w="2711968"/>
                <a:gridCol w="493085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 = prg32_input_read();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 ...; mv t0, a0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arrives in a0; a register is chosen for 'input'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 &amp; PRG32_BTN_LEFT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t3, t0, 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constant's value, 1, is used directly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 ... ) { }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beqz t3, 1f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around the body when false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paddle_x -= 3;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lw; addi -3; sw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Load, modify, store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statement, three instructions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paddle_x lives in memory; arithmetic happens in registers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change is load, compute, store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writes it as one operator: -=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did not disappear; the notation did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memory accesses does 'paddle_x -= 3;' need, at least?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Two: a load and a store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compiler decides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you made by hand in the assembly track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allocation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 lives in which register, and when.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frames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to reserve; which registers to save; when ra must be saved.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selection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or add; a shift instead of a multiply; a compressed encoding.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function and variable is placed in the cartridge.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You, then the compiler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chose t2 for x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the prologue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remembered that t registers die at a call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picked labels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chooses, and may change its mind per line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emits the prologue only when needed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the convention exactly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invents labels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changes the picture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optimisation, every statement loads and stores: easy to follow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it, variables stay in registers and code is reordered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correct translations of the same C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unoptimised output to learn; optimised output to be impressed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yourself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riscv32-esp-elf-gcc -S -O0 -march=rv32imac -mabi=ilp32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-Icomponents/prg32/include -Icomponents/prg32_audio/include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work/pong/pong.c -o pong_O0.s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riscv32-esp-elf-gcc -S -Os -march=rv32imac -mabi=ilp32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-Icomponents/prg32/include -Icomponents/prg32_audio/include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work/pong/pong.c -o pong_Os.s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 stops after generating assembly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-O0: no optimisation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-Os: optimise for size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files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-O0: every statement stands alone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pong_c_update: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   sp,sp,-32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ra,28(sp)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s0,24(sp)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   s0,sp,32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   prg32_input_read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a0,-20(s0)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 a5,-20(s0)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   a5,a5,1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  a5,zero,.L3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lui    a5,%hi(paddle_x)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 a5,%lo(paddle_x)(a5)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   a4,a5,-3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lui    a5,%hi(paddle_x)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a4,%lo(paddle_x)(a5)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pointer in s0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stored, then reloaded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paddle_x: its address is rebuilt for the load and again for the store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-Os: the same C, rearranged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pong_c_update: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   sp,sp,-32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s0,24(sp)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ra,28(sp)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s1,20(sp)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s2,16(sp)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s3,12(sp)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   prg32_input_read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   a5,a0,1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lui    s0,%hi(paddle_x)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  a5,zero,.L3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 a5,%lo(paddle_x)(s0)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   a5,a5,-3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a5,%lo(paddle_x)(s0)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 pointer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never leaves a0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of paddle_x is kept in s0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instructions per update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function, counted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-O0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-Os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hand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 for update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file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2952 bytes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3052 bytes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decides that a function must save ra?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programmer, with a keyword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compiler, because the function calls another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 hides, and what it does not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account of abstraction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and not hidden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hides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and their roles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frame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targets and labels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encodings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does not hide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and signedness of integers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arrays have no bounds checks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&amp; and pointers are real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Bits: masks and shifts are everyday tools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nothing is free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 lets the machine show through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overflows silently; uint8_t wraps at 255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bricks[10] in a ten-element array writes somewhere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struct's fields are bytes at offsets: the platform actor is 24 bytes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assembly track's actor offsets and the C struct describe the same memory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struct, two views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offset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player.x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player.y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player.vx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player.vy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w, 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player.w, player.h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16, 18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player.state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side-by-side map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course on one slide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by concept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41527"/>
                <a:gridCol w="4226444"/>
                <a:gridCol w="42264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.data words and labels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file-scope static variables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.equ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#define or const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compare and branch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/ else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backward branch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/ while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a0-a7, call, ra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f(x, y)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data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offsets from a base address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struct fields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test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+ beqz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(input &amp; MASK)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boundary both languages share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'Call the framework' is the same boundary in assembly and in C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ABI is defined at the level of registers, so both fit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from the Construction Kit crosses the same boundary through generated C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altitudes, one interface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altitudes of one game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(input &amp; PRG32_BTN_LEFT)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t3, t0, 1 ; beqz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or 16 bits per instruction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something a tool will show you: Generate C, gcc -S, and the PRG32-QT disassembly.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next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continuing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language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assembly when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know exactly what executes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routine is tiny and critical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studying the machine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writing the first lines of a system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C when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has structure to manage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be read by others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be portable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always, for whole programs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continue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B: frame timing on real hardware, like a scientist.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17: the Cartridge Store.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richer examples: raycaster, Wing Commander, Blackjack.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E: wire your own PRG32.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NOT hidden by 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register holds a variable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frame layout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 that an array index is unchecked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labels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 C if into compare-and-branch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four decisions a compiler makes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two things C does not hide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struct fields to offsets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for a language choice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compile your own C to assembly and read 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pong.c and your pong.S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17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16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examples/assembly_meets_c/ in the textbook repository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docs/learn/teaching_with_prg32.md (comparing assembly and C)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and Hennessy, Computer Organization and Design, RISC-V edition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Meets C: One Game, Two Altitudes - lecture</dc:title>
  <dc:subject>Chapter 16</dc:subject>
  <dc:creator>Playing with RISC-V (PRG32 textbook)</dc:creator>
  <cp:lastModifiedBy>Playing with RISC-V (PRG32 textbook)</cp:lastModifiedBy>
  <cp:revision>1</cp:revision>
  <dcterms:created xsi:type="dcterms:W3CDTF">2026-10-05T15:59:15Z</dcterms:created>
  <dcterms:modified xsi:type="dcterms:W3CDTF">2026-10-05T15:59:15Z</dcterms:modified>
</cp:coreProperties>
</file>