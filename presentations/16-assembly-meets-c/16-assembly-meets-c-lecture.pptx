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6dfca32-27d6-85ef-6925-eecc5d176a1a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What the compiler decides" id="{50866f67-7769-ff2e-4c58-e412f18e526f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What C hides, and what it does not" id="{ffe308a2-a8f7-45ea-2017-02f6b7c34ed2}">
          <p14:sldIdLst>
            <p14:sldId id="274"/>
            <p14:sldId id="275"/>
            <p14:sldId id="276"/>
            <p14:sldId id="277"/>
          </p14:sldIdLst>
        </p14:section>
        <p14:section name="A side-by-side map" id="{bd5fdbef-a279-56f4-4c23-371f28161bf4}">
          <p14:sldIdLst>
            <p14:sldId id="278"/>
            <p14:sldId id="279"/>
            <p14:sldId id="280"/>
            <p14:sldId id="281"/>
          </p14:sldIdLst>
        </p14:section>
        <p14:section name="Where to go next" id="{903e16aa-d122-1276-4cd3-dae758d73fb1}">
          <p14:sldIdLst>
            <p14:sldId id="282"/>
            <p14:sldId id="283"/>
            <p14:sldId id="284"/>
            <p14:sldId id="285"/>
            <p14:sldId id="286"/>
          </p14:sldIdLst>
        </p14:section>
        <p14:section name="Closing" id="{23744976-49f2-43c3-6bf2-14ced4e0b302}">
          <p14:sldIdLst>
            <p14:sldId id="2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Teaching support for Chapter 16 of the textbook. Front lecture: about 45 minutes including the questions.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objectives; return to this slide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Total: 45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examples/assembly_meets_c/move_left_c.c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examples/assembly_meets_c/move_left_asm.S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load and a store, unless the compiler keeps the variable in a register across statements.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for the C Lab 1 Pong.
Source: labs/16-assembly-meets-c/pong_c_update_O0.s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Real output for the same file.
Source: labs/16-assembly-meets-c/pong_c_update_Os.s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hand-written figures are the assembly Pong with the same features (Lab 4, step 7).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A non-leaf function gets a frame that saves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prg32.h publishes both: the typedef for C and PRG32_PLATFORM_ACTOR_*_OFFSET constants for assembly.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Answer: C. C exposes memory honestly; bounds are your responsibility.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  |  Chapter 16: Assembly Meets C  |  Lecture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731520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86384" y="731520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86384" y="969264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969264"/>
            <a:ext cx="218724" cy="21872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207008"/>
            <a:ext cx="218724" cy="21872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9202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16  |  LECTURE  |  45 MINUTES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77440"/>
            <a:ext cx="110944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Meets C: One Game, Two Altitudes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2519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 in two languages, what a compiler does, and what C hides and does not hide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577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 computer architecture and programming students (both tracks)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943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FA3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Playing with RISC-V: Assembly, C, and Retro Games on the PRG32 Platform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a C statement onto the instructions that implement it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012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282952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what a compiler decides for you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12115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10286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what C hides and what it leaves visible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the calling convention to C function calls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76097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474268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language for a task with reasons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58088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556260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compiler output as a learning tool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737360"/>
            <a:ext cx="241970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10'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014066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32949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451832" y="1737360"/>
            <a:ext cx="2173163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9'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0715" y="1737360"/>
            <a:ext cx="19266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8'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1520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logic, twice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2813243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96123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996123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compiler decides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077846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60726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5260726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 hides and does not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7342449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525329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525329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side-by-side map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07052" y="3017520"/>
            <a:ext cx="2036003" cy="3200400"/>
          </a:xfrm>
          <a:prstGeom prst="roundRect">
            <a:avLst>
              <a:gd name="adj" fmla="val 3593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9932" y="320040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789932" y="3749040"/>
            <a:ext cx="1670243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20" y="640080"/>
            <a:ext cx="168250" cy="16825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822960"/>
            <a:ext cx="168250" cy="16825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1109441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addi you traced on Monday is the machine that ran your C on Thursday.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0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session shows the join.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paddle left: 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uint32_t input = prg32_input_read();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(input &amp; PRG32_BTN_LEFT) {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paddle_x -= 3;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declaration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condition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assignment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intent is on the page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Move the paddle left: assembly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prg32_input_read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input bitmask in a0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mv   t0, a0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keep our copy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t1, paddle_x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t2, 0(t1)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load paddle_x from memory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t3, t0, 1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isolate the LEFT bit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t3, 1f   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if LEFT is clear, skip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t2, t2, -3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paddle_x -= 3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sw   t2, 0(t1)            </a:t>
            </a:r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paddle_x back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call and its result in a0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address, then the value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mask and the branch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 back to memory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Line by line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451596"/>
                <a:gridCol w="2711968"/>
                <a:gridCol w="493085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happened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= prg32_input_read();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call ...; mv t0, a0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 arrives in a0; a register is chosen for 'input'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input &amp; PRG32_BTN_LEFT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t3, t0, 1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constant's value, 1, is used directly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 ... ) { }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beqz t3, 1f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Branch around the body when false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paddle_x -= 3;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lw; addi -3; sw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Load, modify, store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statement, three instructions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 lives in memory; arithmetic happens in registers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 change is load, compute, store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writes it as one operator: -=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did not disappear; the notation did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memory accesses does 'paddle_x -= 3;' need, at least?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Two: a load and a store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compiler decides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 you made by hand in the assembly track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decisions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allocation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variable lives in which register, and when.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frames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to reserve; which registers to save; when ra must be saved.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selection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 or add; a shift instead of a multiply; a compressed encoding.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function and variable is placed in the cartridge.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You, then the compiler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hand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chose t2 for x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wrote the prologue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remembered that t registers die at a call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picked labels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Compiled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chooses, and may change its mind per line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emits the prologue only when needed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knows the convention exactly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invents labels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Optimisation changes the picture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optimisation, every statement loads and stores: easy to follow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it, variables stay in registers and code is reordered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are correct translations of the same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unoptimised output to learn; optimised output to be impressed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Seeing it yourself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-O0 -march=rv32imac -mabi=ilp32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-Icomponents/prg32/include -Icomponents/prg32_audio/include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work/pong/pong.c -o pong_O0.s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riscv32-esp-elf-gcc -S -Os -march=rv32imac -mabi=ilp32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-Icomponents/prg32/include -Icomponents/prg32_audio/include \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work/pong/pong.c -o pong_Os.s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-S stops after generating assembly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-O0: no optimisation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-Os: optimise for size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the two files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-O0: every statement stands alone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s0,sp,32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a0,-20(s0)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a5,-20(s0)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a5,a5,1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a5,%lo(paddle_x)(a5)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a4,a5,-3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a5,%hi(paddle_x)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a4,%lo(paddle_x)(a5)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 pointer in s0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3115056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32796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3252216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stored, then reloaded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4767072"/>
            <a:ext cx="3413455" cy="1450848"/>
          </a:xfrm>
          <a:prstGeom prst="roundRect">
            <a:avLst>
              <a:gd name="adj" fmla="val 5042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93166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904232"/>
            <a:ext cx="2544775" cy="1176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paddle_x: its address is rebuilt for the load and again for the store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gcc -Os: the same C, rearranged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pong_c_update: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sp,sp,-32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s0,24(sp)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ra,28(sp)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s1,20(sp)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s2,16(sp)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s3,12(sp)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   prg32_input_read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andi    a5,a0,1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lui    s0,%hi(paddle_x)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a5,zero,.L3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 a5,%lo(paddle_x)(s0)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   a5,a5,-3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 a5,%lo(paddle_x)(s0)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0" y="146304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62763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60020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 pointer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229600" y="270205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66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83921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never leaves a0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8229600" y="394106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10565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7822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 of paddle_x is kept in s0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229600" y="518007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34466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31723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instructions per update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function, counted</a:t>
            </a:r>
            <a:endParaRPr lang="en-US" sz="30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-O0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gcc -Os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hand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Lines for update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Whole file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223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Cartridge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2952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3052 bytes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decides that a function must save ra?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linker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 programmer, with a keyword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compiler, because the function calls another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 hides, and what it does not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honest account of abstraction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Hidden and not hidden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hides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Registers and their roles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frame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targets and labels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encodings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does not hide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size and signedness of integers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Memory: arrays have no bounds checks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Addresses: &amp; and pointers are real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Bits: masks and shifts are everyday tools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nothing is free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C lets the machine show through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overflows silently; uint8_t wraps at 255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bricks[10] in a ten-element array writes somewhere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struct's fields are bytes at offsets: the platform actor is 24 bytes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assembly track's actor offsets and the C struct describe the same memory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struct, two views</a:t>
            </a:r>
            <a:endParaRPr lang="en-US" sz="3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3698138"/>
                <a:gridCol w="3698138"/>
                <a:gridCol w="369813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Field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 offset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vx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player.vx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player.vy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12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w, h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player.w, player.h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16, 18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player.state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20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side-by-side map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course on one slide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 by concept</a:t>
            </a:r>
            <a:endParaRPr lang="en-US" sz="3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4226444"/>
                <a:gridCol w="42264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Assembly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.data words and labels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file-scope static variables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Constant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.equ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#define or const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compare and branch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/ else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Repetition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backward branch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for / while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 call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a0-a7, call, ra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f(x, y)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Grouped data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offsets from a base address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struct fields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Button test</a:t>
                      </a:r>
                      <a:endParaRPr lang="en-US" sz="2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andi + beqz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2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if (input &amp; MASK)</a:t>
                      </a:r>
                      <a:endParaRPr lang="en-US" sz="2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boundary both languages share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'Call the framework' is the same boundary in assembly and in C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71119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69290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cartridge ABI is defined at the level of registers, so both fit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941064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922776"/>
            <a:ext cx="10362895" cy="1065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block from the Construction Kit crosses the same boundary through generated C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17093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515264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altitudes, one interface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altitudes of one game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button LEFT pressed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052496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36544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546272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3546272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(input &amp; PRG32_BTN_LEFT)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940400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6B4FA0"/>
          </a:solidFill>
          <a:ln w="12700">
            <a:solidFill>
              <a:srgbClr val="6B4FA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34176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Assembly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6434176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andi t3, t0, 1 ; beqz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828303" y="2633472"/>
            <a:ext cx="310896" cy="310896"/>
          </a:xfrm>
          <a:prstGeom prst="rightArrow">
            <a:avLst/>
          </a:prstGeom>
          <a:solidFill>
            <a:srgbClr val="C9D2D8"/>
          </a:solidFill>
          <a:ln w="12700">
            <a:solidFill>
              <a:srgbClr val="C9D2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212351" y="1920240"/>
            <a:ext cx="2430704" cy="1737360"/>
          </a:xfrm>
          <a:prstGeom prst="roundRect">
            <a:avLst>
              <a:gd name="adj" fmla="val 4211"/>
            </a:avLst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322079" y="210312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code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9322079" y="2834640"/>
            <a:ext cx="22112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or 16 bits per instruction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48640" y="4114800"/>
            <a:ext cx="11094415" cy="2103120"/>
          </a:xfrm>
          <a:prstGeom prst="roundRect">
            <a:avLst>
              <a:gd name="adj" fmla="val 347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8680" y="4251960"/>
            <a:ext cx="1045433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arrow is something a tool will show you: Generate C, gcc -S, and the PRG32-QT disassembly.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0" b="1" dirty="0">
                <a:solidFill>
                  <a:srgbClr val="5CC7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83464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to go next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3891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and continuing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a language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assembly when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must know exactly what executes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routine is tiny and critical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studying the machine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writing the first lines of a system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 when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 has structure to manage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read by others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must be portable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always, for whole programs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ways to continue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B: frame timing on real hardware, like a scientist.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33008" y="14630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916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459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4231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17: the Cartridge Store.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548640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richer examples: raycaster, Wing Commander, Blackjack.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233008" y="397764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20624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6052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937760"/>
            <a:ext cx="48614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 E: wire your own PRG32.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your understanding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is NOT hidden by C?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71600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register holds a variable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10148" y="288036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93028" y="343814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033108" y="297180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stack frame layout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71600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 that an array index is unchecked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6210148" y="4663440"/>
            <a:ext cx="5432908" cy="1554480"/>
          </a:xfrm>
          <a:prstGeom prst="roundRect">
            <a:avLst>
              <a:gd name="adj" fmla="val 4706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393028" y="5221224"/>
            <a:ext cx="438912" cy="438912"/>
          </a:xfrm>
          <a:prstGeom prst="roundRect">
            <a:avLst>
              <a:gd name="adj" fmla="val 1666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033108" y="4754880"/>
            <a:ext cx="44270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labels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Checkpoint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81328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280160" y="1463040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 a C if into compare-and-branch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5222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2446934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four decisions a compiler makes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449117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3430829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two things C does not hide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3011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280160" y="4414723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 struct fields to offsets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16906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5398618"/>
            <a:ext cx="10362895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Argue for a language choice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84048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 and reading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next session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Lab: compile your own C to assembly and read it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pong.c and your pong.S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Chapter 17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6304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9164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and sources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6888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Textbook, Chapter 16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examples/assembly_meets_c/ in the textbook repository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 docs/learn/teaching_with_prg32.md (comparing assembly and C)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Patterson and Hennessy, Computer Organization and Design, RISC-V edition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Assembly Meets C: One Game, Two Altitudes - lecture</dc:title>
  <dc:subject>Chapter 16</dc:subject>
  <dc:creator>Playing with RISC-V (PRG32 textbook)</dc:creator>
  <cp:lastModifiedBy>Playing with RISC-V (PRG32 textbook)</cp:lastModifiedBy>
  <cp:revision>1</cp:revision>
  <dcterms:created xsi:type="dcterms:W3CDTF">2026-10-05T15:40:33Z</dcterms:created>
  <dcterms:modified xsi:type="dcterms:W3CDTF">2026-10-05T15:40:33Z</dcterms:modified>
</cp:coreProperties>
</file>