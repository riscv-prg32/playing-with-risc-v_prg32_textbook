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5d0b84d3-553f-5008-2082-5cec0daae7fc}">
          <p14:sldIdLst>
            <p14:sldId id="256"/>
            <p14:sldId id="257"/>
            <p14:sldId id="258"/>
            <p14:sldId id="259"/>
          </p14:sldIdLst>
        </p14:section>
        <p14:section name="Generate" id="{31d0cb76-99d5-70a1-29c2-edc3fea9bb66}">
          <p14:sldIdLst>
            <p14:sldId id="260"/>
            <p14:sldId id="261"/>
            <p14:sldId id="262"/>
          </p14:sldIdLst>
        </p14:section>
        <p14:section name="Find your statements" id="{6ede4e7e-4ed2-574d-48c1-d9b93cf636ef}">
          <p14:sldIdLst>
            <p14:sldId id="263"/>
            <p14:sldId id="264"/>
            <p14:sldId id="265"/>
            <p14:sldId id="266"/>
            <p14:sldId id="267"/>
          </p14:sldIdLst>
        </p14:section>
        <p14:section name="Frames and calls" id="{9fb96a5c-4e6b-9d52-81ac-a714744bf289}">
          <p14:sldIdLst>
            <p14:sldId id="268"/>
            <p14:sldId id="269"/>
            <p14:sldId id="270"/>
            <p14:sldId id="271"/>
          </p14:sldIdLst>
        </p14:section>
        <p14:section name="Optimised output" id="{c45e472b-114f-8eb9-172d-1398239611dd}">
          <p14:sldIdLst>
            <p14:sldId id="272"/>
            <p14:sldId id="273"/>
            <p14:sldId id="274"/>
            <p14:sldId id="275"/>
            <p14:sldId id="276"/>
          </p14:sldIdLst>
        </p14:section>
        <p14:section name="In the debugger" id="{b99e2323-b216-3c2d-8c11-b2233e1f35d0}">
          <p14:sldIdLst>
            <p14:sldId id="277"/>
            <p14:sldId id="278"/>
            <p14:sldId id="279"/>
            <p14:sldId id="280"/>
            <p14:sldId id="281"/>
          </p14:sldIdLst>
        </p14:section>
        <p14:section name="Closing" id="{4da33872-f858-0879-adb8-778cfd739160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support for Chapter 16 of the textbook. Practical, step-by-step session: learners work at their machines; keep each step to its time box. Preparation: Toolchain active. Each pair needs a C Pong (examples/complete/pong_c_game.c will do) and, ideally, their own assembly Pong. PRG32-QT for the last 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objectives; return to this slide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Total: 45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Simple and debuggable, not efficient.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addi immediates span -2048 to 2047. Larger constants use lui (li 65536 is a lui) plus an addi.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your own counts beside these qualitative entries.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  |  Chapter 16: Assembly Meets C  |  Lab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731520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969264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969264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07008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16  |  LABORATORY  |  45 MINUTES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Reunion Lab: Read What the Compiler Wrote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your C Pong to assembly, find your statements in it, and compare with hand-written code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77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computer architecture and programming students (both tracks)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RISC-V: Assembly, C, and Retro Games on the PRG32 Platform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assembly from C at two optimisation levels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a C statement in compiler output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prologue, epilogue, and argument registers the compiler chose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size and structure with hand-written assembly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compiled code executing in a debugger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of the session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680078" cy="8229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16800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74438" y="1737360"/>
            <a:ext cx="2912791" cy="8229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74438" y="1737360"/>
            <a:ext cx="291279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12'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232949" y="1737360"/>
            <a:ext cx="2173163" cy="8229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32949" y="1737360"/>
            <a:ext cx="21731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9'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451832" y="1737360"/>
            <a:ext cx="2173163" cy="82296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51832" y="1737360"/>
            <a:ext cx="21731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9'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670715" y="1737360"/>
            <a:ext cx="1926620" cy="82296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70715" y="1737360"/>
            <a:ext cx="1926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813243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96123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996123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statements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77846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60726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60726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and calls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42449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25329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525329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output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607052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89932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789932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debugger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Attitude for this lab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reading, not writing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compiler's output is correct: your job is to understand it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 on paper or in comments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Unfamiliar instruction? Look it up, write it down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in, assembly out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 without optimisation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from the PRG32 repository root, ESP-IDF active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34440" y="2688336"/>
            <a:ext cx="6537960" cy="1078992"/>
          </a:xfrm>
          <a:prstGeom prst="roundRect">
            <a:avLst>
              <a:gd name="adj" fmla="val 6780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2798064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riscv32-esp-elf-gcc -S -O0 -march=rv32imac -mabi=ilp32 -Icomponents/prg32/include -Icomponents/prg32_audio/include work/pong/pong.c -o work/pong/pong_O0.s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pong_O0.s in your editor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three entry-point labels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 file of RISC-V assembly with labels pong_c_init, pong_c_update, pong_c_draw.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compiler output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4568289"/>
                <a:gridCol w="652612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see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means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.text, .data, .bss, .rodata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Sections, as in your own files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 used with offsets like -20(s0)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-O0 the frame pointer addresses locals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lui + addi, or %hi / %lo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 a 32-bit address in two steps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.LC0, .L2, .L3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Labels the compiler invented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prg32_...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same framework calls you wrote by hand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your statements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 line to instructions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paddle move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pong_O0.s, search for prg32_input_read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where its result (a0) is stored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andi (or an and with a loaded constant) that tests LEFT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three instructions that implement paddle_x -= 3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call; a store of a0 into the frame; a load, an and with 1, a branch; then a load, an addi with -3, and a store.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Annotate ten lines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instructions for the first if statement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Beside each, write the C fragment it serves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every load from and store to memory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them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-O0 each use of a variable is a separate load and each assignment a store: far more memory traffic than your hand-written version.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-O0, why is 'input' stored to the stack and reloaded immediately?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compiler bug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optimisation every variable lives in memory, so each statement stands alone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 requires it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keep the stack aligned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clamp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the code for: if (paddle_x &lt; 0) paddle_x = 0;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096768"/>
            <a:ext cx="644652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branch instruction did the compiler choose?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73049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the bltz in your hand-written clamp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 min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load, a branch such as bgez around the assignment, and a store of zero. The same compare-and-branch-around pattern.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Frames and calls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calling convention, obeyed exactly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a prologue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first lines of pong_c_update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bytes does it reserve?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registers does it save, and at which offsets?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matching epilogue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 sp, sp, -N with N a multiple of 16; ra and s0 saved; restored in reverse before ret.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a call with five arguments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pong_c_draw find the first prg32_gfx_rect call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instruction that sets each of a0 to a4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arguments come from memory and which are constants?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colour constant appear?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 from paddle_x (a load); a1 to a3 from li instructions; the 16-bit colour is built in two instructions because it does not fit a 12-bit immediate.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white (65535) the compiler wrote 'li a5,65536' then 'addi a4,a5,-1'. Why two instructions?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compiler bug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immediate holds only 12 signed bits, so a large constant is built in two steps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needs two registers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keep the stack aligned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Optimised output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program, rearranged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 for size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1167384"/>
          </a:xfrm>
          <a:prstGeom prst="roundRect">
            <a:avLst>
              <a:gd name="adj" fmla="val 6266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130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riscv32-esp-elf-gcc -S -Os -march=rv32imac -mabi=ilp32 -Icomponents/prg32/include -Icomponents/prg32_audio/include work/pong/pong.c -o work/pong/pong_Os.s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3096768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17320" y="3206496"/>
            <a:ext cx="6172200" cy="130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wc -l work/pong/pong_O0.s work/pong/pong_Os.s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473049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pong_Os.s beside pong_O0.s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7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optimised file is markedly shorter.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changed?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pong_Os.s find the paddle move again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'input' still stored on the stack?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loads and stores of paddle_x are there now?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still a frame pointer?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8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stays in a register; paddle_x is loaded once and stored once; no frame pointer; often no frame at all for leaf-like code.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versions of update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773604"/>
                <a:gridCol w="2773604"/>
                <a:gridCol w="2773604"/>
                <a:gridCol w="27736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Hand-written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gcc -O0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gcc -Os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 kept in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registers you chose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memory, always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registers, where possible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Loads and stores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Readable as a mirror of the source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smallest or equal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with your own assembly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hand-written pong.S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instructions in your update and in the -Os update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one thing the compiler did that you did not think of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one thing you did more clearly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9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within a few instructions of each other. The compiler may merge loads or use compressed instructions; your version has better names and comments.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debugger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code is just code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both cartridges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pong.c as a cartridge (the builder optimises)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pong.S as a cartridge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34440" y="3913632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17320" y="4023360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summary on each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code sizes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10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 min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cartridges of similar size, both a few KiB.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through compiled code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C cartridge into PRG32-QT, debug mode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Update; breakpoint on its first instruction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to the first jump into the ABI table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a0 after it returns, with LEFT held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11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834640"/>
            <a:ext cx="3550615" cy="3383280"/>
          </a:xfrm>
          <a:prstGeom prst="roundRect">
            <a:avLst>
              <a:gd name="adj" fmla="val 216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971800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429000"/>
            <a:ext cx="309341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 = 1 with LEFT held: the debugger does not know or care that the code came from C.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version would you rather maintain for a year?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taught you more about the machine?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would you inspect compiler output in real work?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Construction Kit's generated C add to this picture?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now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assembly from C at two optimisation levels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statement in compiler output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compiler-generated frame and call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effect of optimisation on loads and stores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hand-written and compiled code fairly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and reading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next session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page: 'three things the compiler did for me'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Chapter 17 and prepare a bundle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Appendix B, measure both cartridges on a board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sources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Textbook, Chapter 16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manual: options controlling optimisation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ELF psABI (calling convention)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docs/DEBUGGING.md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Reunion Lab: Read What the Compiler Wrote - lab</dc:title>
  <dc:subject>Chapter 16</dc:subject>
  <dc:creator>Playing with RISC-V (PRG32 textbook)</dc:creator>
  <cp:lastModifiedBy>Playing with RISC-V (PRG32 textbook)</cp:lastModifiedBy>
  <cp:revision>1</cp:revision>
  <dcterms:created xsi:type="dcterms:W3CDTF">2026-10-05T08:18:07Z</dcterms:created>
  <dcterms:modified xsi:type="dcterms:W3CDTF">2026-10-05T08:18:07Z</dcterms:modified>
</cp:coreProperties>
</file>