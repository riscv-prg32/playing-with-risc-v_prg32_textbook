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4734dbf-606e-7b38-9419-e5a0138049df}">
          <p14:sldIdLst>
            <p14:sldId id="256"/>
            <p14:sldId id="257"/>
            <p14:sldId id="258"/>
            <p14:sldId id="259"/>
          </p14:sldIdLst>
        </p14:section>
        <p14:section name="Generate" id="{0db92ee2-e1f7-f5e8-c470-7c15024dc4ff}">
          <p14:sldIdLst>
            <p14:sldId id="260"/>
            <p14:sldId id="261"/>
            <p14:sldId id="262"/>
          </p14:sldIdLst>
        </p14:section>
        <p14:section name="Read -O0" id="{b65690ce-bfd9-b12d-d2dc-cf654f64ca18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Read -Os" id="{973f06a1-cb4d-e05f-08e0-6cdfd6149b34}">
          <p14:sldIdLst>
            <p14:sldId id="270"/>
            <p14:sldId id="271"/>
            <p14:sldId id="272"/>
            <p14:sldId id="273"/>
            <p14:sldId id="274"/>
          </p14:sldIdLst>
        </p14:section>
        <p14:section name="Compare" id="{084e87dd-c447-105f-40f2-b4b1bc31bb7c}">
          <p14:sldIdLst>
            <p14:sldId id="275"/>
            <p14:sldId id="276"/>
            <p14:sldId id="277"/>
            <p14:sldId id="278"/>
          </p14:sldIdLst>
        </p14:section>
        <p14:section name="In the debugger" id="{4bd97093-50ff-b26e-2630-faf05aac3a96}">
          <p14:sldIdLst>
            <p14:sldId id="279"/>
            <p14:sldId id="280"/>
            <p14:sldId id="281"/>
          </p14:sldIdLst>
        </p14:section>
        <p14:section name="Closing" id="{b88ba969-cfe1-2b82-cea6-7de9bb107fe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16 of the textbook. Practical, step-by-step session: learners work at their machines; keep each step to its time box. Preparation: Toolchain active, working directory $PRG32_HOME. Reference listings (the real compiler output) are in labs/16-assembly-meets-c/.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of riscv32-esp-elf-gcc -O0 for labs/09-c-first-contact/step6_score.c.
Source: labs/16-assembly-meets-c/pong_c_update_O0.s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Simple and easy to debug, not efficient.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at -Os.
Source: labs/16-assembly-meets-c/pong_c_update_Os.s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hand-written count is labs/07-asm-graphics-game/step6_collision.S, update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Callee-saved registers survive calls; the compiler saves s0 in its prologue for that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16: Assembly Meets C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16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Reunion Lab: Read What the Compiler Wrote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the C Pong of C Lab 1 to assembly at two optimisation levels and read the real output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assembly from C at -O0 and -Os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 statement in compiler output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compiler-generated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optimisation changed, with counts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compiled and hand-written code fairly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315933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31593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-O0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-Os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debugger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Attitude for this lab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reading, not writing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compiler's output is correct: your job is to understand it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source, compiler and flags give the same output: compare with the slides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instruction? Look it up and write it down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in, assembly out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without optimisation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$PRG32_HOME &amp;&amp; mkdir -p work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1399794"/>
          </a:xfrm>
          <a:prstGeom prst="roundRect">
            <a:avLst>
              <a:gd name="adj" fmla="val 522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-O0 -march=rv32imac -mabi=ilp32 -Icomponents/prg32/include -Icomponents/prg32_audio/include ../Playing-with-RISC-V_PRG32_textbook/labs/09-c-first-contact/step6_score.c -o work/pong_O0.s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473049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 -l work/pong_O0.s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 lines of assembly for 59 lines of C.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for size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1399794"/>
          </a:xfrm>
          <a:prstGeom prst="roundRect">
            <a:avLst>
              <a:gd name="adj" fmla="val 522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-Os -march=rv32imac -mabi=ilp32 -Icomponents/prg32/include -Icomponents/prg32_audio/include ../Playing-with-RISC-V_PRG32_textbook/labs/09-c-first-contact/step6_score.c -o work/pong_Os.s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 -l work/pong_O0.s work/pong_Os.s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label pong_c_update in both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lines at -Os against 223 at -O0. The update function alone: 83 lines against 114.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-O0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literal translation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pong_c_update at -O0: frame and first if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sp,sp,-32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ra,28(sp)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s0,24(sp)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s0,sp,32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   prg32_input_read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a0,-20(s0)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a5,-20(s0)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a5,a5,1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a5,zero,.L3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a5,%hi(paddle_x)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a5,%lo(paddle_x)(a5)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a4,a5,-3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a5,%hi(paddle_x)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a4,%lo(paddle_x)(a5)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32-byte frame; ra and s0 saved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becomes a frame pointer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stored at -20(s0)...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immediately reloaded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load, add -3, store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C to assembly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work/pong_O0.s beside step6_score.c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instructions for: uint32_t input = prg32_input_read();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if (input &amp; PRG32_BTN_LEFT)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paddle_x -= 3;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+ sw a0,-20(s0); then lw, andi a5,a5,1, beq; then lui/lw, addi a4,a5,-3, lui/sw.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by 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437766"/>
                <a:gridCol w="66566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-O0 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= prg32_input_read();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prg32_input_read / sw a0,-20(s0)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&amp; PRG32_BTN_LEFT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 a5,-20(s0) / andi a5,a5,1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(...) {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beq a5,zero,.L3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-= 3;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lui+lw / addi a4,a5,-3 / lui+sw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%hi and %lo mean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address is 32 bits; an instruction has room for 20 or 12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loads the upper 20 bits: %hi(paddle_x)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load or store adds the lower 12: %lo(paddle_x)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hand-written 'la' expands to the same idea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the memory traffic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-O0 update, count loads (lw) and stores (sw) up to label .L4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times is 'input' reloaded from the stack?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times is paddle_x loaded?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stored once and reloaded for each test; paddle_x is loaded and stored separately in each if. Every statement stands alone.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-O0 store input and reload it at once?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compiler bug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optimisation every variable lives in memory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 requires it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alignment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-Os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program, rearranged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pong_c_update at -Os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sp,sp,-32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s0,24(sp)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ra,28(sp)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s1,20(sp)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s2,16(sp)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s3,12(sp)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   prg32_input_read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a5,a0,1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s0,%hi(paddle_x)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a5,zero,.L3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a5,%lo(paddle_x)(s0)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a5,a5,-3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a5,%lo(paddle_x)(s0)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.L3: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a0,a0,2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a0,zero,.L4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a5,%lo(paddle_x)(s0)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a5,a5,3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a5,%lo(paddle_x)(s0)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 frame: the function calls others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 pointer; s0-s3 saved for reuse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stays in a0: never stored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of paddle_x is kept in s0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if: lw, addi, sw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'input' lives now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lui instructions for paddle_x in the first three ifs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registers hold values across the hitbox call?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 registers?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used straight from a0. One lui, kept in s0. Values that must survive calls are in s registers, exactly as you did by hand.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versions of update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Hand-written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gcc -O0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gcc -Os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 (update only)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live 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registers you chose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memory, always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registers where possible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pointer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(s0)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Mirrors the source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-Os code keeps the address of paddle_x in s0 rather than t0. Why?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is faster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survive the calls that follow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is reserved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accident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comparison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both as cartridges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 (the builder compiles C with -Os):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09-c-first-contact/step6_score.c pong_c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08-asm-capstone/step7_score.S pong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code= for each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2952 bytes for C, 3052 for the hand-written assembly: within a few percent, and both mostly stubs.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say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compiler at -Os matches careful hand-written code on a game this size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the same idea: keep addresses and inputs in registers that survive calls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version has names, comments and structure a compiler does not write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-O0 to learn the mapping; read -Os to learn the tricks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thing each 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the compiler did that you did not think of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your assembly does more clearly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both down with the line numbers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example: the compiler reuses one loaded address for several statements; your file has labels that say what each block is for.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debugger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code is just code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through compiled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step6_score.c as a cartridge and import it into PRG32-QT, debug mode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Update; step past the trampoline into pong_c_update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to just after the first jump through a stub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LEFT, repeat, and read a0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= 1 with LEFT held. The instructions you step are the -Os listing you just read.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assembly from C at two levels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statements in compiler output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%hi/%lo, frames and saved registers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optimisation with counts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compiled and hand-written code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page: three things the compiler did for 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 and prepare a bundle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Appendix B, measure both cartridges on a board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labs/16-assembly-meets-c/ (reference listings)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GCC manual: optimisation options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ELF psABI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Reunion Lab: Read What the Compiler Wrote - lab</dc:title>
  <dc:subject>Chapter 16</dc:subject>
  <dc:creator>Playing with RISC-V (PRG32 textbook)</dc:creator>
  <cp:lastModifiedBy>Playing with RISC-V (PRG32 textbook)</cp:lastModifiedBy>
  <cp:revision>1</cp:revision>
  <dcterms:created xsi:type="dcterms:W3CDTF">2026-10-05T15:40:34Z</dcterms:created>
  <dcterms:modified xsi:type="dcterms:W3CDTF">2026-10-05T15:40:34Z</dcterms:modified>
</cp:coreProperties>
</file>