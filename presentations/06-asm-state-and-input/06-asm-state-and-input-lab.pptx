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8e7ca9e-0c4f-e0f0-e300-866b037b3526}">
          <p14:sldIdLst>
            <p14:sldId id="256"/>
            <p14:sldId id="257"/>
            <p14:sldId id="258"/>
            <p14:sldId id="259"/>
          </p14:sldIdLst>
        </p14:section>
        <p14:section name="Lamps" id="{a2a36203-14cb-edda-9a97-b9659dd4af51}">
          <p14:sldIdLst>
            <p14:sldId id="260"/>
            <p14:sldId id="261"/>
            <p14:sldId id="262"/>
            <p14:sldId id="263"/>
            <p14:sldId id="264"/>
          </p14:sldIdLst>
        </p14:section>
        <p14:section name="Move" id="{aaa5ffe2-b3c0-5219-5388-62e516470acd}">
          <p14:sldIdLst>
            <p14:sldId id="265"/>
            <p14:sldId id="266"/>
            <p14:sldId id="267"/>
            <p14:sldId id="268"/>
            <p14:sldId id="269"/>
          </p14:sldIdLst>
        </p14:section>
        <p14:section name="Clamp" id="{f5f35823-1174-5281-3f5b-66e34d33406a}">
          <p14:sldIdLst>
            <p14:sldId id="270"/>
            <p14:sldId id="271"/>
            <p14:sldId id="272"/>
            <p14:sldId id="273"/>
            <p14:sldId id="274"/>
          </p14:sldIdLst>
        </p14:section>
        <p14:section name="Second axis" id="{98810db5-2886-6b8b-12b7-67c01521d7dd}">
          <p14:sldIdLst>
            <p14:sldId id="275"/>
            <p14:sldId id="276"/>
            <p14:sldId id="277"/>
            <p14:sldId id="278"/>
          </p14:sldIdLst>
        </p14:section>
        <p14:section name="Bug hunt" id="{eac5be8c-047e-3e97-f8f1-fa38c8d4a58f}">
          <p14:sldIdLst>
            <p14:sldId id="279"/>
            <p14:sldId id="280"/>
            <p14:sldId id="281"/>
            <p14:sldId id="282"/>
          </p14:sldIdLst>
        </p14:section>
        <p14:section name="Closing" id="{6a414db6-429a-f1fd-288b-4e18b02a272d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6 of the textbook. Practical, step-by-step session: learners work at their machines; keep each step to its time box. Preparation: Working toolchain; PRG32-QT for the proof step. Step files: labs/06-asm-state-and-input/step1..4.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labs/06-asm-state-and-input/step1_lamps.S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labs/06-asm-state-and-input/expected/step1_lamps.png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bit 1 (2) + bit 4 (16) = 18 = 0x12.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labs/06-asm-state-and-input/step2_move.S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labs/06-asm-state-and-input/expected/step2_move.png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labs/06-asm-state-and-input/step3_clamp.S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labs/06-asm-state-and-input/expected/step3_clamp.png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320 - 24.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labs/06-asm-state-and-input/step4_two_axes.S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labs/06-asm-state-and-input/expected/step4_two_axes.png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6: Branches, Bitmasks, Boundaries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Lab 2: A Marker You Can Steer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input bits as lamps, move a marker, clamp it, add a second axis: four verified steps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students (RISC-V assembly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input bitmask one bit per lamp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state with independent button tests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to exact limits and test the edges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pattern on a second axis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which registers survive a call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6624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666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60608" y="1737360"/>
            <a:ext cx="2419706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60608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726034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26034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191459" y="1737360"/>
            <a:ext cx="1926620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1459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Lamps: see the bits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axis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step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complete file in labs/: read what is new, then run 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folder: labs/run.sh STEP_FILE PREFIX builds and starts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PRG32_HOME to your PRG32 checkout; set PRG32_URL to run on a board or PRG32-QT, otherwise QEMU starts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on each slide is that exact file, built and executed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step: change one thing, predict,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Lamps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see the bits before you use them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one lamp per bit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Seven lamps, one per button bit: lit when the bit is 1.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lamp_loop: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a0, s0, t0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24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24 + bit * 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buttons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t1, s0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bit number s0 down to bit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prg32_gfx_rect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A loop: s0 is the bit number. srl moves that bit down to position 0, andi keeps it. Screenshot: RIGHT and A held (0x12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loop: s0 is the bit number. srl moves that bit down to position 0, andi keeps it. Screenshot: RIGHT and A held (0x12).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06-asm-state-and-input/step1_lamps.S steer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each button alone: which lamp lights?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 and A together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 table: button, lamp number, mask value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Lamp 0 LEFT, 1 RIGHT, 2 UP, 3 DOWN, 4 A, 5 B, 6 START. Mask = 1 shifted left by the lamp numbe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0 LEFT, 1 RIGHT, 2 UP, 3 DOWN, 4 A, 5 B, 6 START. Mask = 1 shifted left by the lamp number.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s0, and why it is saved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counter must survive seven calls to prg32_gfx_rect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and a registers may be destroyed by any call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registers are preserved by the callee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must preserve s0 for OUR caller: sw s0, 8(sp) in the prologue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Lamps 1 and 4 are lit. What did prg32_input_read return?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0x05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0x12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0x14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0x21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input changes state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LEFT and RIGHT move 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marker_x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BTN_LEFT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isolate the LEFT bit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clear: skip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-SPEED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t0, BTN_RIGHT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SPEED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Load x once, adjust it through both tests, store it once. Each test: andi isolates the bit, beqz skips when cle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x once, adjust it through both tests, store it once. Each test: andi isolates the bit, beqz skips when clear.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06-asm-state-and-input/step2_move.S steer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RIGHT: the marker moves 2 pixels per frame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 and RIGHT together: what happens, and why?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SPEED to 6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he marker follows the keys (screenshot: RIGHT for 40 frames, x = 232). With both held the two adjustments cance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 follows the keys (screenshot: RIGHT for 40 frames, x = 232). With both held the two adjustments cancel.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in the debugger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step 2 cartridge into PRG32-QT, debug mode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 on 'andi t3, t0, BTN_LEFT' in steer_update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RIGHT, Resume, then step to the sw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t0, t2 before and after the addi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= 2; t3 = 0 then 2; t2 increases by exactly 2; the sw writes it back.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for five seconds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marker now?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LEFT until it comes back: how long?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screen: marker_x keeps growing past 320. It returns only after you undo every step.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Clamp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stay on the screen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a two-sided clamp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t2, 3f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&lt; 0 ?  clamp to 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t3, MAX_X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t3, 4f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&gt; 304 ?  clamp to 304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Below zero: replace by 0. Above 304: replace by 304. Inserted between the tests and the single sto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zero: replace by 0. Above 304: replace by 304. Inserted between the tests and the single store.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3 and test the edges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06-asm-state-and-input/step3_clamp.S steer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until it stops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read marker_x from memory at each edge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304?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he marker stops flush with the right edge (screenshot: RIGHT for 120 frames). Memory shows 0 and 0x130 = 304 = 320 - 1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 stops flush with the right edge (screenshot: RIGHT for 120 frames). Memory shows 0 and 0x130 = 304 = 320 - 16.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off-by-one, on purpose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'ble t2, t3, 4f' to 'blt t2, t3, 4f'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does the behaviour change at exactly 304?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check; then restore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change: at exactly 304 the value is replaced by 304. Boundary conditions deserve a test, even when both versions happen to work.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24-pixel-wide marker: which MAX_X?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axis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same pattern again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UP and DOWN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BTN_UP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5f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-SPEED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 is a SMALLER 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andi t3, t0, BTN_DOWN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6f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SPEED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li   t3, MIN_Y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t2, t3, 7f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li   t3, MAX_Y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t2, t3, 8f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t2, t3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Same shape with masks 4 and 8 and limits 60..184. UP subtracts: a smaller y is higher on the scree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with masks 4 and 8 and limits 60..184. UP subtracts: a smaller y is higher on the screen.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06-asm-state-and-input/step4_two_axes.S steer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all four corners of the allowed area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instruction makes UP go up?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MIN_Y to 0: what does the marker cover?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he marker stops at each limit (screenshot: RIGHT and DOWN for 80 frames, bottom-right corner). addi t2, t2, -SPEED moves up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marker stops at each limit (screenshot: RIGHT and DOWN for 80 frames, bottom-right corner). addi t2, t2, -SPEED moves up.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the repetition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 use the same instructions with different masks and limits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 you would write one function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assembly too: value in a0, limits in a1 and a2, result in a0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 function like that needs no frame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hunt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planted fault: find it with evidence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update has one bug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prg32_ticks_ms          # someone added this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sw   t2, 0(t1)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works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does not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x becomes garbage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registers are still needed after the second call?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hypothesis in one sentence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breakpoint and register would confirm it?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fix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a0, t1 and t2 are used after a call that may destroy all three. Fix: keep the input in an s register saved in the frame, as step 1 does with s0.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input mask bit by bit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state with andi and beqz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to computed limits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pattern on a second axis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which registers survive a call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7: graphics and collision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write clamp as a leaf function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lab reuses the move-and-clamp pattern for a paddle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labs/06-asm-state-and-input/ in the textbook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docs/learn/labs/lab_02_input.md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Assembly Lab 2: A Marker You Can Steer - lab</dc:title>
  <dc:subject>Chapter 6</dc:subject>
  <dc:creator>Playing with RISC-V (PRG32 textbook)</dc:creator>
  <cp:lastModifiedBy>Playing with RISC-V (PRG32 textbook)</cp:lastModifiedBy>
  <cp:revision>1</cp:revision>
  <dcterms:created xsi:type="dcterms:W3CDTF">2026-10-05T15:59:15Z</dcterms:created>
  <dcterms:modified xsi:type="dcterms:W3CDTF">2026-10-05T15:59:15Z</dcterms:modified>
</cp:coreProperties>
</file>