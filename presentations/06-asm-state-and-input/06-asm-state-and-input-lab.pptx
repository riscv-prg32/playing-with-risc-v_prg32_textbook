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255b604-cd28-5f27-c79e-09a34fe32f91}">
          <p14:sldIdLst>
            <p14:sldId id="256"/>
            <p14:sldId id="257"/>
            <p14:sldId id="258"/>
            <p14:sldId id="259"/>
          </p14:sldIdLst>
        </p14:section>
        <p14:section name="Show the bitmask" id="{8dec1643-f371-d6a0-c846-e9e13bcd5707}">
          <p14:sldIdLst>
            <p14:sldId id="260"/>
            <p14:sldId id="261"/>
            <p14:sldId id="262"/>
            <p14:sldId id="263"/>
          </p14:sldIdLst>
        </p14:section>
        <p14:section name="Move" id="{c945bce7-93f5-be1d-6fb8-63993a02465e}">
          <p14:sldIdLst>
            <p14:sldId id="264"/>
            <p14:sldId id="265"/>
            <p14:sldId id="266"/>
            <p14:sldId id="267"/>
            <p14:sldId id="268"/>
          </p14:sldIdLst>
        </p14:section>
        <p14:section name="Clamp" id="{acc137e0-9e95-cdb5-6337-bec409cd11c6}">
          <p14:sldIdLst>
            <p14:sldId id="269"/>
            <p14:sldId id="270"/>
            <p14:sldId id="271"/>
            <p14:sldId id="272"/>
            <p14:sldId id="273"/>
          </p14:sldIdLst>
        </p14:section>
        <p14:section name="Second axis" id="{834b3bcf-5ed0-cd9b-6bea-a0de46db57f1}">
          <p14:sldIdLst>
            <p14:sldId id="274"/>
            <p14:sldId id="275"/>
            <p14:sldId id="276"/>
            <p14:sldId id="277"/>
          </p14:sldIdLst>
        </p14:section>
        <p14:section name="Bug hunt" id="{7e7fc95e-d515-9bfb-d49c-5b072e1fddb9}">
          <p14:sldIdLst>
            <p14:sldId id="278"/>
            <p14:sldId id="279"/>
            <p14:sldId id="280"/>
            <p14:sldId id="281"/>
            <p14:sldId id="282"/>
          </p14:sldIdLst>
        </p14:section>
        <p14:section name="Closing" id="{8bf71aa2-6fae-23a8-2139-55d341ba6fc5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6 of the textbook. Practical, step-by-step session: learners work at their machines; keep each step to its time box. Preparation: counter.S from Lab 1. PRG32-QT with debug mode. The file examples/asm_state_and_input/input_read.S as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0x18 = 0x10 + 0x08.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examples/asm_state_and_input/input_read.S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The two tests are independent; the adjustments cancel.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examples/asm_state_and_input/x_clamping.S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Caller-saved registers do not survive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Callee-saved: s registers and sp.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6: Branches, Bitmasks, Boundaries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Lab 2: A Marker You Can Steer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controller, move a value in memory, clamp it, and prove each step in the debugger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input bitmask and display 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 position variable with LEFT and RIGHT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the position to the console width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program to a second axis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planted bug using breakpoints and the register view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67523" y="1737360"/>
            <a:ext cx="2419706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67523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232949" y="1737360"/>
            <a:ext cx="217316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32949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451832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51832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bitmask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axis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hunt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target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on the console that follows your joystick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stop at 0 and at 39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second number for up and down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prove each behaviour, not just see 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the bitmask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bits before you use them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the input every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counter.S to work/input/input.S; rename the prefix to input_read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update, call prg32_input_read and store a0 in a variable 'buttons'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draw, load 'buttons' into a0 and call prg32_console_hex32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hexadecimal number that is 0 at rest and changes while keys are held.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the buttons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each button alone; write the value shown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LEFT and A together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three buttons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a table: button, value, bit number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01, RIGHT 02, UP 04, DOWN 08, A 10, B 20, START 40. Combinations are the sums.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display shows 0x00000018. Which buttons?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and RIGHT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and 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and DOWN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and B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changes state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movement 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result is stored in a0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now stores the input result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game_x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game_x address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game_x value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1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 LEFT (bit 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-1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when an update occurs, we want to take note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that the screen should update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1  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t5, text_update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0(t5)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t0, 2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 RIGHT (bit 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1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right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1     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t5, text_update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0(t5)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t2, 0(t1)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the new 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game_x: .word 5 to .data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this body into update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prologue and epilogue around 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x follow the joystick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variable game_x with initial value 5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update body from the slide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draw, print game_x instead of buttons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run: hold RIGHT, then LEFT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rises while RIGHT is held and falls while LEFT is held, one per frame.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it in the debugger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cartridge into PRG32-QT, debug mode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 on the instruction after the input call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RIGHT, resume, then step to the sw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t0, t2 before and after the addi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= 2; t2 increases by exactly 1; the sw writes the new value.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Holding LEFT and RIGHT together, what happens to x?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moves left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moves right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tests fire: -1 then +1, no net change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crashes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Clamp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must stay between 0 and 39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problem first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LEFT until the number passes zero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value you see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 in two's complement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0xFFFFFFFF, 0xFFFFFFFE...: -1, -2 as unsigned hexadecimal.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bltz t2, 3f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 x &lt; 0, clamp to the left edge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39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maximum column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t3, 4f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 x &lt;= 39, it is already in range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t3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otherwise clamp to the right edge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4f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t2, 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 clamp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sw   t2, 0(t1)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the bounded x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between the tests and the store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the final label so that both paths reach the one sw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and test the clamp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the clamp before the sw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LEFT for five seconds, then RIGHT for five seconds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smallest and largest values shown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stops at 0x00000000 and at 0x00000027 (39).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clamp on purpose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'ble t2, t3, 4f' to 'blt t2, t3, 4f'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largest value now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Run; then restore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this kind of bug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behaviour at exactly 39 changes: an off-by-one error. Boundary conditions deserve a test of their own.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axis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pattern, again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game_y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game_y: .word 12 in .data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UP (mask 4): subtract 1; test DOWN (mask 8): add 1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y to 0..24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y after x in draw, separated by a space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numbers: x in 0..39 following LEFT/RIGHT, y in 0..24 following UP/DOWN. UP decreases 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 the repetition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and y use the same instructions with different masks and limits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 you would write a function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assembly you can too: arguments in a0-a2, result in a0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next refactoring, if you have time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Optional: a clamp function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clamp: a0 = value, a1 = max; returns a0 in 0..max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calls nothing: does it need a stack frame?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it for x and for y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update still saves ra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leaf function needs no frame. update, which now calls clamp, must save ra and must not keep live values in t registers across the call.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hunt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planted fault; find it with evidence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update has one bug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game_x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prg32_console_clear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t2, 0(t1)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works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does not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sometimes x becomes garbage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listing: which registers are live across the middle call?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 hypothesis in one sentence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breakpoint and the register you would inspect to confirm it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fix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a0, t1, and t2 are used after a call that may destroy them. Fix: copy the input to an s register (saved in the frame) or do not call in the middle.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registers are guaranteed unchanged after 'call f'?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a0-a7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t0-t6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s0-s11 and sp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and decode the input bitmask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state with independent button tests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with correct boundaries and test the edges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a pattern for a second axis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about which registers survive a call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input.S: the graphics lab draws a paddle from game_x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7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clamp as a function if you did not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examples/asm_state_and_input/ in the textbook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docs/learn/labs/lab_02_input.md and break_fix_assignments.md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Assembly Lab 2: A Marker You Can Steer - lab</dc:title>
  <dc:subject>Chapter 6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