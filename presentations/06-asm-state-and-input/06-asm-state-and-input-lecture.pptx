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c4676a-8ed3-e520-22b0-dd0add1b7b0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Reading the controller" id="{7f48dc81-c4dd-25c6-5b6d-0def8f6de580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Moving an object" id="{af768deb-4dfd-9421-d438-0854c79989a9}">
          <p14:sldIdLst>
            <p14:sldId id="272"/>
            <p14:sldId id="273"/>
            <p14:sldId id="274"/>
            <p14:sldId id="275"/>
          </p14:sldIdLst>
        </p14:section>
        <p14:section name="The boundary clamp" id="{66c0140d-c52b-5daf-f3f6-16afb0058fa9}">
          <p14:sldIdLst>
            <p14:sldId id="276"/>
            <p14:sldId id="277"/>
            <p14:sldId id="278"/>
            <p14:sldId id="279"/>
            <p14:sldId id="280"/>
          </p14:sldIdLst>
        </p14:section>
        <p14:section name="Debugging" id="{9eddbbf4-6941-b410-c35a-9fa6b4ca68b5}">
          <p14:sldIdLst>
            <p14:sldId id="281"/>
            <p14:sldId id="282"/>
            <p14:sldId id="283"/>
            <p14:sldId id="284"/>
          </p14:sldIdLst>
        </p14:section>
        <p14:section name="Closing" id="{6734d3a1-49ea-1d6e-6dd5-3905591698a3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6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Otherwise execution falls through to the next instruction.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branch tests the opposite condition: it jumps over the body when the if is false.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Forgetting the 'j end' makes the then-part fall through into the else-part.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bnez branches when the register is non-zero.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examples/asm_state_and_input/get_input.S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examples/asm_state_and_input/button_test.S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0x12 = 0001 0010: bit 1 (RIGHT) and bit 4 (A).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file is examples/asm_state_and_input/input_read.S.
Source: examples/asm_state_and_input/input_read.S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examples/asm_state_and_input/x_clamping.S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320 - 16 = 304.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6: Branches, Bitmasks, Boundaries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and Input: Branches, Bitmasks, and Boundaries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processor decides, how it reads a controller, and how to keep an object on the screen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write conditional branches and local labels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if and if-else into branch patterns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one button from the input bitmask with 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 object under joystick control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two-sided boundary clamp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systematic debugging method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Decisions: the branch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controller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an object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clamp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 like a systems programmer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branch is the only way a processor ever makes a decision.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else, while, for, switch: all of them become compare-and-branch.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Conditional branches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to the label if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==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bne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!= rs2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&lt; rs2 (signed)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bge rs1, rs2,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rs1 &gt;= rs2 (signed)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bltu, bgeu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same comparisons, unsigned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Pseudo-branches against zero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write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==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bnez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!=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bltz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&lt;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bgez rs,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if rs &gt;=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blez, bgtz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&lt;= 0, &gt; 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ble, bgt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the operands of bge, blt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L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jump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'if' is a branch around 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(x &lt; 0) {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x = 0;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next();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t2, 1f      # skip if x &gt;=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  t2,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next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labels: 1f and 1b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 followed by a colon is a local label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1f means the next label 1, forward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 means the previous label 1, backward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be reused, so short skips need no invented names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if-else pattern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to 'else' when the condition is false.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Then-part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for true; end it with 'j end'.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Else-part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'else' and its code.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label 'end': both paths meet.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instruction skips the next line when t0 is not zero?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t0, 1f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bnez t0, 1f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bgez t0, 1b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 1f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controller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one integer, seven bits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once, keep a copy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prg32_input_read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bitmask returned in a0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   t0, a0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own copy in t0 before anything else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bitmask returns in a0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is destroyed by the next call: copy 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 once per frame, at the top of update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bit per button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one button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PRG32_BTN_LEFT is bit 0 (value 1)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the LEFT bit is clear, skip the add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is pressed: move the object left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...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keeps only bit 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is 0 or 1: nothing else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skips the action when the bit is clear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andi and not beq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buttons can be held at once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isolates the bit you care about, ignoring the rest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 against the mask is true only if no other button is held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every memory-mapped status register is read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a0 = 0x12. Which tests succeed?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only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and A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and B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only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an object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changes state; draw shows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shape of update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input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copy to t0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x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la, lw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LEFT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andi, beqz, addi -1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RIGHT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andi, beqz, addi +1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and store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variable once, adjust it in a register through all the tests, store it once at the end.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and RIGHT move 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result is stored in a0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now stores the input result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game_x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game_x address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game_x value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LEFT (bit 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-1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when an update occurs, we want to take note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that the screen should 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t0, 2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 RIGHT (bit 1)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right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1        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t5, text_update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t4, 0(t5)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sw   t2, 0(t1)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new 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= buttons, t2 = x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test may adjust t2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store at label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 is a number per frame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1 per frame at 30 frames per second moves 30 units per second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40-column console that crosses the screen in just over a second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320-pixel screen use 3 or 4 pixels per frame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Speed, frame rate, and screen size are one design decision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clamp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on the screen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two-sided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bltz t2, 3f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 0, clamp to the left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39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maximum column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x &lt;= 39, it is already in range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otherwise clamp to the right edge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t2, 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 clamp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sw   t2, 0(t1)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the bounded x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zero: go to label 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above 39: already fine, go to 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Above: replace with the maximum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4 stores the bounded value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limits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is 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is screen size minus object size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console, one character: 39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320-pixel viewport, 64-pixel paddle: 256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 after moving, before storing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320 - 64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256, the paddle's last legal x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16-pixel sprite on a 320-pixel screen: the largest legal x?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319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336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Clamp or wrap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at the edge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Paddles, walls, players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compares, two assignments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Reappear on the other side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Asteroids, endless runners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or subtract the screen size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method, not a mood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Debugging like a systems programmer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failure happen on demand, with the fewest inputs.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what each register should hold.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with hex32, or stop in the debugger.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Bisect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Halve the suspect region until one instruction is left.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and usual causes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60406"/>
                <a:gridCol w="693401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Usual 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 never moves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sw, or testing the wrong bit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Moves the wrong way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 of the addi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Leaves the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Clamp missing, or applied before the move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once, then hangs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 not saved, or stack not restored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changes on its own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 register assumed to survive a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 if as a branch around code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any button with andi and beqz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input is copied out of a0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clamp for a given object width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debugging steps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joystick-driven marker with a clamp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7: graphics and collision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 the button masks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docs/learn/labs/lab_02_input.md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docs/learn/labs/debugging_memory_inspection.md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Assembly Programmer's Manual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State and Input: Branches, Bitmasks, and Boundaries - lecture</dc:title>
  <dc:subject>Chapter 6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