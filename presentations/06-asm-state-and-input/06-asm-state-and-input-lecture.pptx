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be07230f-17e7-7462-fa52-81daf7ee1528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Reading the controller" id="{066d889b-b4b2-5ef4-07ad-11e8ec71cb55}">
          <p14:sldIdLst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Moving an object" id="{673ee5b2-eab0-d7b9-b236-5741374f1219}">
          <p14:sldIdLst>
            <p14:sldId id="275"/>
            <p14:sldId id="276"/>
            <p14:sldId id="277"/>
            <p14:sldId id="278"/>
          </p14:sldIdLst>
        </p14:section>
        <p14:section name="The boundary clamp" id="{9d9a1615-9800-fcc1-eeb8-0620f3dda413}">
          <p14:sldIdLst>
            <p14:sldId id="279"/>
            <p14:sldId id="280"/>
            <p14:sldId id="281"/>
            <p14:sldId id="282"/>
            <p14:sldId id="283"/>
          </p14:sldIdLst>
        </p14:section>
        <p14:section name="Debugging" id="{1263db48-0b0a-ab39-a11c-528a1b0cac85}">
          <p14:sldIdLst>
            <p14:sldId id="284"/>
            <p14:sldId id="285"/>
            <p14:sldId id="286"/>
            <p14:sldId id="287"/>
          </p14:sldIdLst>
        </p14:section>
        <p14:section name="Closing" id="{04bfbc40-04d3-a468-1392-2e5b99afef6c}">
          <p14:sldIdLst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 support for Chapter 6 of the textbook. Front lecture: about 45 minutes including the questions.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objectives; return to this slide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Total: 45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Otherwise execution falls through to the next instruction.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branch tests the opposite condition: it jumps over the body when the if is false.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Forgetting the 'j end' makes the then-part fall through into the else-part.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bnez branches when the register is non-zero.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examples/asm_state_and_input/get_input.S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examples/asm_state_and_input/button_test.S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labs/06-asm-state-and-input/step1_lamps.S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0x12 = 0001 0010: bit 1 (RIGHT) and bit 4 (A).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full file is examples/asm_state_and_input/input_read.S.
Source: examples/asm_state_and_input/input_read.S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examples/asm_state_and_input/x_clamping.S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C. 320 - 16 = 304.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  |  Chapter 6: Branches, Bitmasks, Boundaries  |  Lecture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731520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969264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969264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07008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6  |  LECTURE  |  45 MINUTES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 and Input: Branches, Bitmasks, and Boundaries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51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processor decides, how it reads a controller, and how to keep an object on the screen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7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computer architecture students (RISC-V assembly track)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F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RISC-V: Assembly, C, and Retro Games on the PRG32 Platform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and write conditional branches and local labels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012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28295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Translate if and if-else into branch patterns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10286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 one button from the input bitmask with andi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an object under joystick control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474268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a two-sided boundary clamp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80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556260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a systematic debugging method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419706" cy="82296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24197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10'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014066" y="1737360"/>
            <a:ext cx="2173163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014066" y="1737360"/>
            <a:ext cx="217316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9'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232949" y="1737360"/>
            <a:ext cx="2173163" cy="82296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232949" y="1737360"/>
            <a:ext cx="217316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9'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7451832" y="1737360"/>
            <a:ext cx="2173163" cy="82296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451832" y="1737360"/>
            <a:ext cx="217316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9'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9670715" y="1737360"/>
            <a:ext cx="1926620" cy="82296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0715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Decisions: the branch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813243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96123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996123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controller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077846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260726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260726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an object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342449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25329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525329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boundary clamp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607052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789932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789932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Debugging like a systems programmer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1109441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branch is the only way a processor ever makes a decision.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80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if, else, while, for, switch: all of them become compare-and-branch.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Conditional branches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4160406"/>
                <a:gridCol w="693401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Instruction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Branch to the label if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beq rs1, rs2, L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rs1 == rs2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bne rs1, rs2, L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rs1 != rs2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blt rs1, rs2, L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rs1 &lt; rs2 (signed)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bge rs1, rs2, L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rs1 &gt;= rs2 (signed)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bltu, bgeu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same comparisons, unsigned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beq rs1, rs2, label as 32 bits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64792"/>
            <a:ext cx="212686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31..25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48840"/>
            <a:ext cx="2126866" cy="1051560"/>
          </a:xfrm>
          <a:prstGeom prst="rect">
            <a:avLst/>
          </a:prstGeom>
          <a:solidFill>
            <a:srgbClr val="2E4A62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imm[12|10:5]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91840"/>
            <a:ext cx="212686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offset high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77640"/>
            <a:ext cx="21268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bit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675506" y="1764792"/>
            <a:ext cx="179351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24..20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2675506" y="2148840"/>
            <a:ext cx="1793510" cy="1051560"/>
          </a:xfrm>
          <a:prstGeom prst="rect">
            <a:avLst/>
          </a:prstGeom>
          <a:solidFill>
            <a:srgbClr val="0E7C86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2675506" y="3291840"/>
            <a:ext cx="179351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675506" y="3977640"/>
            <a:ext cx="17935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bit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469016" y="1764792"/>
            <a:ext cx="179351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19..15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469016" y="2148840"/>
            <a:ext cx="1793510" cy="1051560"/>
          </a:xfrm>
          <a:prstGeom prst="rect">
            <a:avLst/>
          </a:prstGeom>
          <a:solidFill>
            <a:srgbClr val="6B4FA0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rs1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469016" y="3291840"/>
            <a:ext cx="179351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469016" y="3977640"/>
            <a:ext cx="17935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bit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262526" y="1764792"/>
            <a:ext cx="1460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14..12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262526" y="2148840"/>
            <a:ext cx="1460154" cy="1051560"/>
          </a:xfrm>
          <a:prstGeom prst="rect">
            <a:avLst/>
          </a:prstGeom>
          <a:solidFill>
            <a:srgbClr val="C7791B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262526" y="3291840"/>
            <a:ext cx="146015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000 = beq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262526" y="3977640"/>
            <a:ext cx="14601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bit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722680" y="1764792"/>
            <a:ext cx="179351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11..7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22680" y="2148840"/>
            <a:ext cx="1793510" cy="1051560"/>
          </a:xfrm>
          <a:prstGeom prst="rect">
            <a:avLst/>
          </a:prstGeom>
          <a:solidFill>
            <a:srgbClr val="2F7D4F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imm[4:1|11]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7722680" y="3291840"/>
            <a:ext cx="179351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offset low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722680" y="3977640"/>
            <a:ext cx="17935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bit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516189" y="1764792"/>
            <a:ext cx="212686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6..0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9516189" y="2148840"/>
            <a:ext cx="2126866" cy="1051560"/>
          </a:xfrm>
          <a:prstGeom prst="rect">
            <a:avLst/>
          </a:prstGeom>
          <a:solidFill>
            <a:srgbClr val="B23A4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opcode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9516189" y="3291840"/>
            <a:ext cx="212686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1100011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9516189" y="3977640"/>
            <a:ext cx="21268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bit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4480560"/>
            <a:ext cx="11094415" cy="1737360"/>
          </a:xfrm>
          <a:prstGeom prst="roundRect">
            <a:avLst>
              <a:gd name="adj" fmla="val 42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2960" y="4590288"/>
            <a:ext cx="10545775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B-type. The immediate is a signed offset from the branch itself, in multiples of 2 bytes: a branch reaches about 4 KiB either way. Farther targets need a jump.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Branches are relative, so code can move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branch stores a distance, not an address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bytes work wherever the cartridge is loaded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uses auipc: also relative to the pc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what lets one cartridge run at different addresses on different hosts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Pseudo-branches against zero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5547208"/>
                <a:gridCol w="55472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write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beqz rs, L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branch if rs == 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bnez rs, L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branch if rs != 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bltz rs, L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branch if rs &lt; 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bgez rs, L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branch if rs &gt;= 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blez, bgtz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&lt;= 0, &gt; 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ble, bgt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swap the operands of bge, blt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 L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jump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'if' is a branch around code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(x &lt; 0) {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x = 0;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next();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Assembly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bgez t2, 1f      # skip if x &gt;= 0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   t2, 0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next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labels: 1f and 1b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digit followed by a colon is a local label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1f means the next label 1, forward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1b means the previous label 1, backward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can be reused, so short skips need no invented names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if-else pattern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6817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to 'else' when the condition is false.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3077642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25114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83291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607994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Then-part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3607994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code for true; end it with 'j end'.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954116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1588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259765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84468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Else-part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484468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label 'else' and its code.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8830589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78061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136238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9360941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9360941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label 'end': both paths meet.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instruction skips the next line when t0 is not zero?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beqz t0, 1f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bnez t0, 1f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bgez t0, 1b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 1f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the controller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call, one integer, seven bits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once, keep a copy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 prg32_input_read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button bitmask returned in a0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mv   t0, a0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our own copy in t0 before anything else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bitmask returns in a0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a0 is destroyed by the next call: copy it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input once per frame, at the top of update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bit per button</a:t>
            </a:r>
            <a:endParaRPr lang="en-US" sz="3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3698138"/>
                <a:gridCol w="3698138"/>
                <a:gridCol w="369813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Button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Mask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RIGHT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16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 / SELECT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one button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t0, 1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PRG32_BTN_LEFT is bit 0 (value 1)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1f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if the LEFT bit is clear, skip the add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-1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LEFT is pressed: move the object left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...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andi keeps only bit 0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 is 0 or 1: nothing else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beqz skips the action when the bit is clear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Any bit, with a shift: the lamp loop of Lab 2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buttons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srl  t1, t1, s0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move bit number s0 down to bit 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t1, t1, 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GREY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t1, 1f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YELLOW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srl moves bit number s0 down to bit 0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andi keeps only that bit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colour depends on the result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andi and not beq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buttons can be held at once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andi isolates the bit you care about, ignoring the rest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beq against the mask is true only if no other button is held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how every memory-mapped status register is read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a0 = 0x12. Which tests succeed?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only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and A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and B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only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Moving an object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changes state; draw shows it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shape of update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input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a0, copy to t0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474915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58963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68691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x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2968691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la, lw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785238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69286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79014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LEFT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5279014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andi, beqz, addi -1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095561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79609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89337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RIGHT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7589337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andi, beqz, addi +1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9405884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789932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899660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Clamp and store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9899660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48640" y="4114800"/>
            <a:ext cx="11094415" cy="2103120"/>
          </a:xfrm>
          <a:prstGeom prst="roundRect">
            <a:avLst>
              <a:gd name="adj" fmla="val 347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68680" y="4251960"/>
            <a:ext cx="1045433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the variable once, adjust it in a register through all the tests, store it once at the end.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LEFT and RIGHT move x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result is stored in a0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t0, a0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t0 now stores the input result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t1, game_x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game_x address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0(t1)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t2 = game_x value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t0, 1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test LEFT (bit 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1f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-1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move left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when an update occurs, we want to take note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that the screen should update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t4, 1     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t5, text_update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t4, 0(t5)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andi t3, t0, 2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test RIGHT (bit 1)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2f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1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move right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t4, 1        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t5, text_update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t4, 0(t5)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sw   t2, 0(t1)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store the new x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 = buttons, t2 = x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test may adjust t2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store at label 2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Speed is a number per frame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1 per frame at 30 frames per second moves 30 units per second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40-column console that crosses the screen in just over a second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320-pixel screen use 3 or 4 pixels per frame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Speed, frame rate, and screen size are one design decision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boundary clamp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Staying on the screen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two-sided clamp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bltz t2, 3f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if x &lt; 0, clamp to the left edge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t3, 39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maximum column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ble  t2, t3, 4f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if x &lt;= 39, it is already in range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t2, t3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otherwise clamp to the right edge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4f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3:  li   t2, 0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left clamp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4:  sw   t2, 0(t1)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store the bounded x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zero: go to label 3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270205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66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83921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above 39: already fine, go to 4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394106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7822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Above: replace with the maximum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29600" y="518007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34466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31723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4 stores the bounded value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Choosing the limits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is 0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 is screen size minus object size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console, one character: 39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320-pixel viewport, 64-pixel paddle: 256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Clamp after moving, before storing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229600" y="1463040"/>
            <a:ext cx="3413455" cy="4754880"/>
          </a:xfrm>
          <a:prstGeom prst="roundRect">
            <a:avLst>
              <a:gd name="adj" fmla="val 2143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12480" y="2286000"/>
            <a:ext cx="30449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320 - 64</a:t>
            </a:r>
            <a:endParaRPr lang="en-US" sz="5900" dirty="0"/>
          </a:p>
        </p:txBody>
      </p:sp>
      <p:sp>
        <p:nvSpPr>
          <p:cNvPr id="15" name="Text 13"/>
          <p:cNvSpPr txBox="1"/>
          <p:nvPr/>
        </p:nvSpPr>
        <p:spPr>
          <a:xfrm>
            <a:off x="8503920" y="4297680"/>
            <a:ext cx="2862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256, the paddle's last legal x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16-pixel sprite on a 320-pixel screen: the largest legal x?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319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304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336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Clamp or wrap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Clamp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at the edge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Paddles, walls, players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compares, two assignments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Reappear on the other side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Asteroids, endless runners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or subtract the screen size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Debugging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method, not a mood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Debugging like a systems programmer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6817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Reproduce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failure happen on demand, with the fewest inputs.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3077642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25114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83291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607994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3607994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down what each register should hold.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954116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1588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259765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84468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484468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with hex32, or stop in the debugger.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8830589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78061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136238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9360941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Bisect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9360941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Halve the suspect region until one instruction is left.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Symptoms and usual causes</a:t>
            </a:r>
            <a:endParaRPr lang="en-US" sz="30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4160406"/>
                <a:gridCol w="693401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Symptom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Usual cause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Object never moves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 sw, or testing the wrong bit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Moves the wrong way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 of the addi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Leaves the screen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Clamp missing, or applied before the move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 once, then hangs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 not saved, or stack not restored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 changes on its own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t register assumed to survive a call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Checkpoint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an if as a branch around code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any button with andi and beqz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why input is copied out of a0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clamp for a given object width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four debugging steps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 and reading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next session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Lab: joystick-driven marker with a clamp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Chapter 7: graphics and collision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Memorise the button masks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and sources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Chapter 6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docs/learn/labs/lab_02_input.md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docs/learn/labs/debugging_memory_inspection.md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 Assembly Programmer's Manual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State and Input: Branches, Bitmasks, and Boundaries - lecture</dc:title>
  <dc:subject>Chapter 6</dc:subject>
  <dc:creator>Playing with RISC-V (PRG32 textbook)</dc:creator>
  <cp:lastModifiedBy>Playing with RISC-V (PRG32 textbook)</cp:lastModifiedBy>
  <cp:revision>1</cp:revision>
  <dcterms:created xsi:type="dcterms:W3CDTF">2026-10-05T15:40:33Z</dcterms:created>
  <dcterms:modified xsi:type="dcterms:W3CDTF">2026-10-05T15:40:33Z</dcterms:modified>
</cp:coreProperties>
</file>