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93104ea-5bac-b886-40ff-080f3fd2da3c}">
          <p14:sldIdLst>
            <p14:sldId id="256"/>
            <p14:sldId id="257"/>
            <p14:sldId id="258"/>
            <p14:sldId id="259"/>
          </p14:sldIdLst>
        </p14:section>
        <p14:section name="Install and start" id="{8c7a6e46-1289-5ab8-4b98-786e1f3594f3}">
          <p14:sldIdLst>
            <p14:sldId id="260"/>
            <p14:sldId id="261"/>
            <p14:sldId id="262"/>
            <p14:sldId id="263"/>
            <p14:sldId id="264"/>
          </p14:sldIdLst>
        </p14:section>
        <p14:section name="Import and play" id="{82f0529c-d777-5184-baab-fc6b39a9651c}">
          <p14:sldIdLst>
            <p14:sldId id="265"/>
            <p14:sldId id="266"/>
            <p14:sldId id="267"/>
            <p14:sldId id="268"/>
          </p14:sldIdLst>
        </p14:section>
        <p14:section name="Step and Generate C" id="{5ae34efd-4492-2993-5a24-7ac9bfae0aa8}">
          <p14:sldIdLst>
            <p14:sldId id="269"/>
            <p14:sldId id="270"/>
            <p14:sldId id="271"/>
            <p14:sldId id="272"/>
            <p14:sldId id="273"/>
          </p14:sldIdLst>
        </p14:section>
        <p14:section name="Micro-teaching" id="{f91cfed4-2e3f-6fac-315a-82770ed8b81e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ublishing decisions" id="{a549e933-1e30-112c-f48a-e43c88dd6da5}">
          <p14:sldIdLst>
            <p14:sldId id="280"/>
            <p14:sldId id="281"/>
            <p14:sldId id="282"/>
            <p14:sldId id="283"/>
            <p14:sldId id="284"/>
          </p14:sldIdLst>
        </p14:section>
        <p14:section name="Closing" id="{3e1f9129-567f-9c89-5c53-5d8ae877d1b1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15 of the textbook. Practical, step-by-step session: learners work at their machines; keep each step to its time box. Preparation: Laptops with Python 3.11+ or Docker and network access to GitHub. The textbook repository cloned or its examples/blocks_first_steps folder copied to each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scripts/construction_kit/run_python.sh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it fails: firewall on the teacher laptop, or client isolation on the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Practise saying 'what will the next number be?' before each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examples/blocks_first_steps/lemon_catcher.c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True, short, and it prepares the later tracks.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scripts/construction_kit/enable_cartridges.sh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15: Teaching with the Construction Kit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 Workshop: Run the Kit and Rehearse a Lesson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Kit, import the reference projects, practise Step and Generate C, and micro-teach Mission 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primary and lower-secondary teachers, club leaders, and teaching assistants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Kit and reach it from a second device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play the four reference projects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and the variable read-out as a teaching tool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blocks to generated 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a five-minute segment of Mission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publishing arrangement for your class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205289" y="1737360"/>
            <a:ext cx="2912791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5289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and start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play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and Generate C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Micro-teaching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decisions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workshop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runs on your laptop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played every mission as a pupil would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taught five minutes to colleagues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pacing plan for your class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and start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minutes, once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Python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https://github.com/riscv-prg32/PRG32-Construction-Kit.git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PRG32-Construction-Kit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venv .venv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.venv/bin/activate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then open http://127.0.0.1:5090/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environment keeps it self-contained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listens on port 5090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are stored in ./data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https://github.com/riscv-prg32/PRG32-Construction-Kit.git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PRG32-Construction-Kit &amp;&amp; python3 -m venv .venv &amp;&amp; . .venv/bin/activate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 &amp;&amp; python app.py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http://127.0.0.1:5090/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Kit's home page with a starter project. Docker users: docker compose up --build.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it from another device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laptop's address on the room network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phone or a neighbour's laptop open http://YOUR-ADDRESS:5090/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starter project there and press Play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project list on the second device, and a working touch game pad.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worth knowing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05053"/>
                <a:gridCol w="3944681"/>
                <a:gridCol w="39446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PRG32_KIT_DATA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projects and builds are stored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PRG32_KIT_PORT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port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PRG32_STORE_URL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http://127.0.0.1:5080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Cartridge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PRG32_BUILD_COMMAND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python3 -m prg32 cartridge build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cartridges are compiled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SECRET_KEY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for shared deployments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and play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the pupil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the reference projects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home page choose Import JSON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first_square, moving_square, lemon_catcher, music_pad from examples/blocks_first_steps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each and press Play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that correspond to Missions 1 to 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Lemon Catcher as a pupil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one minute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looking at the blocks, list the variables you think it has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blocks and check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block surprised you?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basket_x, lemon_x, lemon_y, score, misses. Most people are surprised that the floor is a collision rectangle.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the built-in examples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home page click Examples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one game adaptation, such as Breakout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what it keeps and what it leaves out of the real game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Classroom-sized adaptations of the upstream games and demos: one central idea each, not full translations.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and Generate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best teaching tools in the Kit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Rehearse the slow-motion demonstration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moving_square; press Play, then Play again to pause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on the on-screen game pad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Step five times; read player_x aloud each time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do it at the edge: watch the fence work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152, 155, 158... and at the edge the value stays at 304.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blocks to 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lemon_catcher and click Generate C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for 'change lemon_y by 2'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lines for 'keep basket_x between 0 and 288'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call that the 'touches' block became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lemon_y += 2; two if statements; prg32_sprite_hitbox(...).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pupils will see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lemon_catcher_update(void)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basket_x += -4;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basket_x += 4;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(basket_x &lt; 0) { basket_x = 0;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(basket_x &gt; 288) { basket_x = 288;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 lemon falls a little every frame */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lemon_y += 2;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block, one statement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'keep' becomes two ifs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are bits in a mask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pupil asks why the C says 'input &amp; PRG32_BTN_LEFT'. A good answer for a ten-year-old?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too hard to explain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buttons arrive as one number; &amp; picks out the one we care about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likes symbols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'and then'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Micro-teaching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each, to colleagues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three: teacher, pupil, observer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Mission 1, step 3: the draw blocks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prediction question and one deliberate bug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minutes, then two minutes of feedback; rotate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introduce 'every frame draw' and build it with your 'pupil'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what will we see? Then press Play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'clear screen' below the rectangle and ask why the square vanished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Observer: note one question that worked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build-predict-run-explain cycle in five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and rotate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Observer: one thing that helped the 'pupil' think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Pupil: one moment of confusion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roles; next teacher takes Mission 2, step 2 (the fence)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has taught once and observed once.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 prompts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prediction asked before 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turns watching into thinking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pupil's hands on the mouse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is the learning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bug treated as interesting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sets the classroom norm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read aloud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the first debugging technique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first session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age band from the pacing table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hook for session 1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prediction questions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pairs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half-page plan you can use next week.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decisions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pupil ever presses Publish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arrangements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Source-only (no toolchain)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more to install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Cartridge makes a teaching bundle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C can still be read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.prg32, no Store publishing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cartridges (toolchain)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Kit from an ESP-IDF shell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Cartridge makes .prg32 files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run on boards and in PRG32-QT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to a school Store is possible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Enabling real cartridges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Optional: let "Compile Cartridge" produce real .prg32 files.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"$HOME/esp-idf/export.sh"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PYTHONPATH="$HOME/PRG32"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where the prg32 module lives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--help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must work in this shell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PRG32_STORE_URL="http://127.0.0.1:5080"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command must work in the shell that starts the Kit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ask your technician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and record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you build real cartridges this term?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school Cartridge Store, and who is its editor?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the publish token? (Never a pupil.)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Kit's data backed up?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written answers. If any is 'I do not know', that is your first action.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Kit and share it on a network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and demonstrate every mission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Step and Generate C at the front of the room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predict-run-explain cycle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publishing arrangement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session 1 within two weeks, while it is fresh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 if you will be the editor of a Store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plan with one colleague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PRG32-Construction-Kit docs/setup.md, docker.md, tutorials/05_teacher_lab.md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examples/blocks_first_steps/ in the textbook repository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Teacher Workshop: Run the Kit and Rehearse a Lesson - lab</dc:title>
  <dc:subject>Chapter 15</dc:subject>
  <dc:creator>Playing with RISC-V (PRG32 textbook)</dc:creator>
  <cp:lastModifiedBy>Playing with RISC-V (PRG32 textbook)</cp:lastModifiedBy>
  <cp:revision>1</cp:revision>
  <dcterms:created xsi:type="dcterms:W3CDTF">2026-10-05T08:18:07Z</dcterms:created>
  <dcterms:modified xsi:type="dcterms:W3CDTF">2026-10-05T08:18:07Z</dcterms:modified>
</cp:coreProperties>
</file>