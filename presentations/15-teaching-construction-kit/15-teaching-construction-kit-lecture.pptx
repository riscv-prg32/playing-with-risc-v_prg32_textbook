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9ee2671-74ba-8049-cd23-6f589ffe0d2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Why blocks, why games, why seven" id="{34c991fa-ab83-4fae-acf9-356d1b794800}">
          <p14:sldIdLst>
            <p14:sldId id="265"/>
            <p14:sldId id="266"/>
            <p14:sldId id="267"/>
            <p14:sldId id="268"/>
            <p14:sldId id="269"/>
          </p14:sldIdLst>
        </p14:section>
        <p14:section name="Planning" id="{6bfbe56f-fb5b-4f99-9360-fea5af59a364}">
          <p14:sldIdLst>
            <p14:sldId id="270"/>
            <p14:sldId id="271"/>
            <p14:sldId id="272"/>
            <p14:sldId id="273"/>
          </p14:sldIdLst>
        </p14:section>
        <p14:section name="Teaching moves" id="{3a2bf7cb-c8f2-4810-6633-06af413189db}">
          <p14:sldIdLst>
            <p14:sldId id="274"/>
            <p14:sldId id="275"/>
            <p14:sldId id="276"/>
            <p14:sldId id="277"/>
          </p14:sldIdLst>
        </p14:section>
        <p14:section name="Assessment" id="{ff681735-1ea3-ec4c-3221-4737d646e5fe}">
          <p14:sldIdLst>
            <p14:sldId id="278"/>
            <p14:sldId id="279"/>
            <p14:sldId id="280"/>
          </p14:sldIdLst>
        </p14:section>
        <p14:section name="Safety and publishing" id="{78cdddf5-5ed2-70ae-14b9-c07ade5cfcea}">
          <p14:sldIdLst>
            <p14:sldId id="281"/>
            <p14:sldId id="282"/>
            <p14:sldId id="283"/>
            <p14:sldId id="284"/>
            <p14:sldId id="285"/>
          </p14:sldIdLst>
        </p14:section>
        <p14:section name="Closing" id="{5f79b366-51c4-8605-7e55-3e0adc3d8a53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15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Weintrop and Wilensky (2017); Resnick et al. (2009).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Older students can read the younger pupils' generated C, or rewrite a Blocks game by hand (Appendix C does this for Lemon Catcher).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Uploads create pending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15: Teaching with the Construction Kit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with the PRG32 Construction Kit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Kit is, why blocks and games work, how to plan, teach, assess, and keep pupils safe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primary and lower-secondary teachers, club leaders, and teaching assistants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Kit's components and its pipeline from blocks to cartridge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blocks and games with evidence from computing education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ten-session unit and a 45-minute session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five teaching moves and answer six common misconceptions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ideas with a progression rubric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Kit safely with respect to data and publishing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67523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67523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39864" y="1737360"/>
            <a:ext cx="217316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9864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958747" y="1737360"/>
            <a:ext cx="1926620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58747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931087" y="1737360"/>
            <a:ext cx="118699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31087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Kit 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blocks, games, seven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moves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publishing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child of eight and a first-year undergraduate can program the same machine through the same interface.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design idea of the Construction Kit, and the reason nothing has to be unlearned later.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Construction Kit</a:t>
            </a:r>
            <a:endParaRPr lang="en-US" sz="3000" dirty="0"/>
          </a:p>
        </p:txBody>
      </p:sp>
      <p:pic>
        <p:nvPicPr>
          <p:cNvPr id="3" name="Image 0" descr="Blocks workspace, browser simulator with game pad, generated C, and build to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739" y="1463040"/>
            <a:ext cx="7980218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workspace, browser simulator with game pad, generated C, and build tools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components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919583"/>
                <a:gridCol w="8174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gives the class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editor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blocks in five drawers: Game, State, Input &amp; Logic, Drawing, Audio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x 200 screen, game pad, Play/Pause, Step, Reset, live variables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Sprite Lab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pixel editor; converts sprites to C arrays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generator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translation of blocks into PRG32 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Packager / publisher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.prg32 cartridges; submits bundles to a Store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magic: the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pupils build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description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intermediate form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and C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it; read 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.prg32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reviewed, shared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visible to the pupil. The three top-level blocks are the init, update, and draw functions older students write by hand.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Kit covers, and what it does not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Blocks language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lifecycle, one controller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variables, clamp, random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collision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Rectangles, pixels, text, palette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Beeps and notes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through Advanced C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maps and scrolling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Sprites and animation in games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music and samples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multiplayer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simulated in the browser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to tell colleagues about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approximates the runtime: sound and random sequences differ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general comparison or loop block: thresholds use the collision block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blocks show fixed text: scores are drawn as bars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pupil accounts: everyone sees every project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blocks, why games, why seven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pedagogy in three claims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well-supported claims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Constructionism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learn powerful ideas by building things they care about and can show (Papert, 1980).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remove syntax, not concepts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Block-first learners reach comparable or better understanding, with more confidence (Weintrop and Wilensky, 2017).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 transfers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Decomposition, naming state, testing one change, reading what the machine did (Wing, 2006).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seven is a floor, not a rule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short labels; type small numbers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bigger and smaller; add within a few hundred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numbers appear: teach them as 'going back' on a floor number line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appears once, in the score bar: a recipe for the youngest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Pacing by age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512875"/>
                <a:gridCol w="4034333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Adaptations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mission per two sessions, in pairs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aloud; starter projects; floor number line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mission per session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prediction before each Play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11-13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Missions 1-3 in two sessions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Generated-C discussion; Advanced C; publish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14+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session as an on-ramp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the C track; compare with generated source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statement about block-based programming is supported by the cited research?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delays real programming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syntax errors while keeping the concepts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suits children under ten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express conditions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and a session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ten-session unit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027261"/>
                <a:gridCol w="1438165"/>
                <a:gridCol w="5341755"/>
                <a:gridCol w="32872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game; a square; a picture from rectangles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sequence, coordinates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 move it; the fence; Step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condition, variable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Lemon Catcher: fall, catch, score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loop, collision, random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Beeps on events; Music Pad; Sprite Lab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event, representation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game; generated C; showcase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design, abstraction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45-minute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19170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(5)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finished behaviour or play unplugged.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502347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49819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349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032699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 (15)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032699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 steps, together.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80352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50998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2152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33878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yours (15)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333878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'Try it yourself' changes, in pairs.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104705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177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2270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635057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(5)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635057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Step, or Generate C, on one project.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405884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53356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23886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936236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(5)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936236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change? What happened?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in the room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teacher computer running the Kit; pupils open its address in a browser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on pupil devices; tablets work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or Docker on the teacher machine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toolchain is optional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projector for Step and Generate C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moves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at the front of the room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that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run, explain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will happen before every Play.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and navigator; swap every ten minutes.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at a time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three changes break it, undo two.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605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as slow motion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screen; the class calls out the next value.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38218" y="397764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681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15458" y="41605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normal bugs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9377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'bug of the day', credited to the pupil who found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Misconceptions and responses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370527"/>
                <a:gridCol w="67238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Pupil believes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computer knows what I meant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Robot game; swap two blocks and run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goes up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wall grid with (0,0) at the top left; walk 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caught because I can see 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the drawn basket, not the 'touches' numbers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variable keeps its old values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box and one card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runs when I press a button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with no button held: the lemon still falls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blocks is better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Celebrate the shortest project that meets the brief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vertical curriculum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pupil did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Snapped 'if button LEFT pressed'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'change x by -3'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'keep x between'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 Compile Cartridge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called later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on a bit mask: if (input &amp; LEFT)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add, store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clamp: two compares, two branches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Cross-compiling and packaging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ideas, not artefacts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progression rubric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Extending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from a model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why order matters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the effect of reordering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a given value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and uses own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an expression (score * 3)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 button block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conditions for a rule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 via collision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for help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Step and the read-out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 and tests a hypothesis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Modifies a game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 on paper first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a peer's game well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cheap sources of evidence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project, exported as JSON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one-minute 'explain this block to me' conversation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sheet filled in before pressing Play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copied game shows less than a plain explained one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publishing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access, and the review step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Kit responsibly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network only. There are no pupil accounts.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names or team names; back up the data directory with the server stopped.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pupils' source on your machine. Validated, not sandboxed: trusted classes only.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SECRET_KEY on shared deployments; pupils never hold tokens.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a class's games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Cartridge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+ publish profile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submission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 editor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or reject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 your Store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decision always stands between a child's work and its publication.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pupil's game is published from the Kit. When does it become visible in the Store?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editor verifies the pending submission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24 hours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pupil logs in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Ready-to-teach checklist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 runs and opens from a second device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reference projects are imported and played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used Step with a button held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matched three blocks to three lines of generated C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whether you build real cartridges or source-only bundles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who the editor of your Store 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hands-on workshop: install, import, rehearse Mission 1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three pupil chapters as a pupil would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your age band and pacing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15 and Part IV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Papert (1980); Resnick et al. (2009); Wing (2006); Weintrop and Wilensky (2017)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PRG32-Construction-Kit docs/ (setup, blockly, tutorials)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et al. (2009), CS Unplugged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with the PRG32 Construction Kit - lecture</dc:title>
  <dc:subject>Chapter 15</dc:subject>
  <dc:creator>Playing with RISC-V (PRG32 textbook)</dc:creator>
  <cp:lastModifiedBy>Playing with RISC-V (PRG32 textbook)</cp:lastModifiedBy>
  <cp:revision>1</cp:revision>
  <dcterms:created xsi:type="dcterms:W3CDTF">2026-10-05T08:18:07Z</dcterms:created>
  <dcterms:modified xsi:type="dcterms:W3CDTF">2026-10-05T08:18:07Z</dcterms:modified>
</cp:coreProperties>
</file>